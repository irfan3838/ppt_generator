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33"/>
  </p:notesMasterIdLst>
  <p:sldIdLst>
    <p:sldId id="2147478934" r:id="rId2"/>
    <p:sldId id="2147478981" r:id="rId3"/>
    <p:sldId id="22262" r:id="rId4"/>
    <p:sldId id="22263" r:id="rId5"/>
    <p:sldId id="2147478961" r:id="rId6"/>
    <p:sldId id="2147478943" r:id="rId7"/>
    <p:sldId id="22246" r:id="rId8"/>
    <p:sldId id="2147479005" r:id="rId9"/>
    <p:sldId id="2147478982" r:id="rId10"/>
    <p:sldId id="2147478983" r:id="rId11"/>
    <p:sldId id="2147478984" r:id="rId12"/>
    <p:sldId id="2147478985" r:id="rId13"/>
    <p:sldId id="2147478916" r:id="rId14"/>
    <p:sldId id="2147479007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147479006" r:id="rId27"/>
    <p:sldId id="2147478976" r:id="rId28"/>
    <p:sldId id="22270" r:id="rId29"/>
    <p:sldId id="512" r:id="rId30"/>
    <p:sldId id="22251" r:id="rId31"/>
    <p:sldId id="2225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A9A3"/>
    <a:srgbClr val="F06156"/>
    <a:srgbClr val="F7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1EECD-BBC9-46E1-ADA4-975F8A4AFE85}" v="250" dt="2026-01-13T11:37:15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 Bahubali Jain" userId="ef19a9c9-face-4306-9738-4304a695416e" providerId="ADAL" clId="{49E1EECD-BBC9-46E1-ADA4-975F8A4AFE85}"/>
    <pc:docChg chg="undo custSel addSld delSld modSld">
      <pc:chgData name="Monik Bahubali Jain" userId="ef19a9c9-face-4306-9738-4304a695416e" providerId="ADAL" clId="{49E1EECD-BBC9-46E1-ADA4-975F8A4AFE85}" dt="2026-01-13T11:46:39.907" v="4009" actId="47"/>
      <pc:docMkLst>
        <pc:docMk/>
      </pc:docMkLst>
      <pc:sldChg chg="del">
        <pc:chgData name="Monik Bahubali Jain" userId="ef19a9c9-face-4306-9738-4304a695416e" providerId="ADAL" clId="{49E1EECD-BBC9-46E1-ADA4-975F8A4AFE85}" dt="2026-01-12T12:54:45.642" v="10" actId="47"/>
        <pc:sldMkLst>
          <pc:docMk/>
          <pc:sldMk cId="0" sldId="256"/>
        </pc:sldMkLst>
      </pc:sldChg>
      <pc:sldChg chg="addSp delSp modSp mod">
        <pc:chgData name="Monik Bahubali Jain" userId="ef19a9c9-face-4306-9738-4304a695416e" providerId="ADAL" clId="{49E1EECD-BBC9-46E1-ADA4-975F8A4AFE85}" dt="2026-01-13T11:40:44.018" v="4001" actId="20577"/>
        <pc:sldMkLst>
          <pc:docMk/>
          <pc:sldMk cId="0" sldId="257"/>
        </pc:sldMkLst>
        <pc:spChg chg="add del mod">
          <ac:chgData name="Monik Bahubali Jain" userId="ef19a9c9-face-4306-9738-4304a695416e" providerId="ADAL" clId="{49E1EECD-BBC9-46E1-ADA4-975F8A4AFE85}" dt="2026-01-13T06:32:11.035" v="915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6:32:15.331" v="916" actId="478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Monik Bahubali Jain" userId="ef19a9c9-face-4306-9738-4304a695416e" providerId="ADAL" clId="{49E1EECD-BBC9-46E1-ADA4-975F8A4AFE85}" dt="2026-01-12T13:38:49.449" v="25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1:40:44.018" v="4001" actId="20577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Monik Bahubali Jain" userId="ef19a9c9-face-4306-9738-4304a695416e" providerId="ADAL" clId="{49E1EECD-BBC9-46E1-ADA4-975F8A4AFE85}" dt="2026-01-13T07:55:16.748" v="2504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2:55:05.294" v="15" actId="478"/>
          <ac:spMkLst>
            <pc:docMk/>
            <pc:sldMk cId="0" sldId="257"/>
            <ac:spMk id="7" creationId="{00000000-0000-0000-0000-000000000000}"/>
          </ac:spMkLst>
        </pc:spChg>
        <pc:spChg chg="add del">
          <ac:chgData name="Monik Bahubali Jain" userId="ef19a9c9-face-4306-9738-4304a695416e" providerId="ADAL" clId="{49E1EECD-BBC9-46E1-ADA4-975F8A4AFE85}" dt="2026-01-12T13:38:49.449" v="255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7:45.001" v="241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40.708" v="1128" actId="10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40.708" v="1128" actId="10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40.708" v="1128" actId="10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40.708" v="1128" actId="10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40.708" v="1128" actId="10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6:17.963" v="2508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40.708" v="1128" actId="103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40.708" v="1128" actId="10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40.708" v="1128" actId="1036"/>
          <ac:spMkLst>
            <pc:docMk/>
            <pc:sldMk cId="0" sldId="257"/>
            <ac:spMk id="18" creationId="{00000000-0000-0000-0000-000000000000}"/>
          </ac:spMkLst>
        </pc:spChg>
        <pc:spChg chg="del mod topLvl">
          <ac:chgData name="Monik Bahubali Jain" userId="ef19a9c9-face-4306-9738-4304a695416e" providerId="ADAL" clId="{49E1EECD-BBC9-46E1-ADA4-975F8A4AFE85}" dt="2026-01-13T06:33:55.214" v="936" actId="478"/>
          <ac:spMkLst>
            <pc:docMk/>
            <pc:sldMk cId="0" sldId="257"/>
            <ac:spMk id="21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6:32:31.846" v="918" actId="478"/>
          <ac:spMkLst>
            <pc:docMk/>
            <pc:sldMk cId="0" sldId="257"/>
            <ac:spMk id="24" creationId="{0EA0AE80-0F88-AA52-B4D9-76AC7FA2519E}"/>
          </ac:spMkLst>
        </pc:spChg>
        <pc:spChg chg="del mod topLvl">
          <ac:chgData name="Monik Bahubali Jain" userId="ef19a9c9-face-4306-9738-4304a695416e" providerId="ADAL" clId="{49E1EECD-BBC9-46E1-ADA4-975F8A4AFE85}" dt="2026-01-13T06:33:48.895" v="934" actId="478"/>
          <ac:spMkLst>
            <pc:docMk/>
            <pc:sldMk cId="0" sldId="257"/>
            <ac:spMk id="25" creationId="{CE3A4B90-E4D3-1FC5-A7E9-A377B2A59BC7}"/>
          </ac:spMkLst>
        </pc:spChg>
        <pc:spChg chg="mod ord topLvl">
          <ac:chgData name="Monik Bahubali Jain" userId="ef19a9c9-face-4306-9738-4304a695416e" providerId="ADAL" clId="{49E1EECD-BBC9-46E1-ADA4-975F8A4AFE85}" dt="2026-01-13T07:27:24.854" v="1952" actId="207"/>
          <ac:spMkLst>
            <pc:docMk/>
            <pc:sldMk cId="0" sldId="257"/>
            <ac:spMk id="26" creationId="{DFB7A271-00C3-064A-8F64-D6FBAE268050}"/>
          </ac:spMkLst>
        </pc:spChg>
        <pc:grpChg chg="add del mod">
          <ac:chgData name="Monik Bahubali Jain" userId="ef19a9c9-face-4306-9738-4304a695416e" providerId="ADAL" clId="{49E1EECD-BBC9-46E1-ADA4-975F8A4AFE85}" dt="2026-01-13T06:33:34.761" v="931" actId="165"/>
          <ac:grpSpMkLst>
            <pc:docMk/>
            <pc:sldMk cId="0" sldId="257"/>
            <ac:grpSpMk id="7" creationId="{9921E2AF-25C7-2AB4-1517-6E133E17DB7F}"/>
          </ac:grpSpMkLst>
        </pc:grpChg>
        <pc:picChg chg="add mod">
          <ac:chgData name="Monik Bahubali Jain" userId="ef19a9c9-face-4306-9738-4304a695416e" providerId="ADAL" clId="{49E1EECD-BBC9-46E1-ADA4-975F8A4AFE85}" dt="2026-01-13T06:31:54.899" v="908" actId="1076"/>
          <ac:picMkLst>
            <pc:docMk/>
            <pc:sldMk cId="0" sldId="257"/>
            <ac:picMk id="4" creationId="{AFC44DCE-440C-708E-AEE7-D6B7ACCAB510}"/>
          </ac:picMkLst>
        </pc:picChg>
        <pc:picChg chg="mod topLvl">
          <ac:chgData name="Monik Bahubali Jain" userId="ef19a9c9-face-4306-9738-4304a695416e" providerId="ADAL" clId="{49E1EECD-BBC9-46E1-ADA4-975F8A4AFE85}" dt="2026-01-13T06:46:48.175" v="1087" actId="1037"/>
          <ac:picMkLst>
            <pc:docMk/>
            <pc:sldMk cId="0" sldId="257"/>
            <ac:picMk id="20" creationId="{00000000-0000-0000-0000-000000000000}"/>
          </ac:picMkLst>
        </pc:picChg>
        <pc:picChg chg="mod topLvl">
          <ac:chgData name="Monik Bahubali Jain" userId="ef19a9c9-face-4306-9738-4304a695416e" providerId="ADAL" clId="{49E1EECD-BBC9-46E1-ADA4-975F8A4AFE85}" dt="2026-01-13T06:46:48.175" v="1087" actId="1037"/>
          <ac:picMkLst>
            <pc:docMk/>
            <pc:sldMk cId="0" sldId="257"/>
            <ac:picMk id="22" creationId="{00000000-0000-0000-0000-000000000000}"/>
          </ac:picMkLst>
        </pc:picChg>
        <pc:picChg chg="mod topLvl">
          <ac:chgData name="Monik Bahubali Jain" userId="ef19a9c9-face-4306-9738-4304a695416e" providerId="ADAL" clId="{49E1EECD-BBC9-46E1-ADA4-975F8A4AFE85}" dt="2026-01-13T06:46:48.175" v="1087" actId="1037"/>
          <ac:picMkLst>
            <pc:docMk/>
            <pc:sldMk cId="0" sldId="257"/>
            <ac:picMk id="23" creationId="{00000000-0000-0000-0000-000000000000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11:41:29.434" v="4002" actId="6549"/>
        <pc:sldMkLst>
          <pc:docMk/>
          <pc:sldMk cId="0" sldId="258"/>
        </pc:sldMkLst>
        <pc:spChg chg="del mod">
          <ac:chgData name="Monik Bahubali Jain" userId="ef19a9c9-face-4306-9738-4304a695416e" providerId="ADAL" clId="{49E1EECD-BBC9-46E1-ADA4-975F8A4AFE85}" dt="2026-01-13T06:43:49.043" v="992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6:43:51.437" v="993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8:07.067" v="246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7:29.515" v="2514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6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7:54.028" v="242" actId="478"/>
          <ac:spMkLst>
            <pc:docMk/>
            <pc:sldMk cId="0" sldId="258"/>
            <ac:spMk id="7" creationId="{00000000-0000-0000-0000-000000000000}"/>
          </ac:spMkLst>
        </pc:spChg>
        <pc:spChg chg="add mod ord">
          <ac:chgData name="Monik Bahubali Jain" userId="ef19a9c9-face-4306-9738-4304a695416e" providerId="ADAL" clId="{49E1EECD-BBC9-46E1-ADA4-975F8A4AFE85}" dt="2026-01-13T07:27:06.856" v="1928" actId="207"/>
          <ac:spMkLst>
            <pc:docMk/>
            <pc:sldMk cId="0" sldId="258"/>
            <ac:spMk id="7" creationId="{E542201D-3227-D93B-248F-FBBA26F3BA23}"/>
          </ac:spMkLst>
        </pc:spChg>
        <pc:spChg chg="del mod">
          <ac:chgData name="Monik Bahubali Jain" userId="ef19a9c9-face-4306-9738-4304a695416e" providerId="ADAL" clId="{49E1EECD-BBC9-46E1-ADA4-975F8A4AFE85}" dt="2026-01-12T13:37:58.654" v="244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8:10.145" v="247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1:41:29.434" v="4002" actId="6549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8:23.788" v="1114" actId="1035"/>
          <ac:spMkLst>
            <pc:docMk/>
            <pc:sldMk cId="0" sldId="258"/>
            <ac:spMk id="18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6:43:43.448" v="990" actId="478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6:45:30.432" v="1020" actId="478"/>
          <ac:spMkLst>
            <pc:docMk/>
            <pc:sldMk cId="0" sldId="258"/>
            <ac:spMk id="21" creationId="{00000000-0000-0000-0000-000000000000}"/>
          </ac:spMkLst>
        </pc:spChg>
        <pc:picChg chg="add mod">
          <ac:chgData name="Monik Bahubali Jain" userId="ef19a9c9-face-4306-9738-4304a695416e" providerId="ADAL" clId="{49E1EECD-BBC9-46E1-ADA4-975F8A4AFE85}" dt="2026-01-13T06:44:12.210" v="1001" actId="1036"/>
          <ac:picMkLst>
            <pc:docMk/>
            <pc:sldMk cId="0" sldId="258"/>
            <ac:picMk id="4" creationId="{3900E283-0193-30C0-7A8D-7B8D09036CA8}"/>
          </ac:picMkLst>
        </pc:picChg>
        <pc:picChg chg="mod ord">
          <ac:chgData name="Monik Bahubali Jain" userId="ef19a9c9-face-4306-9738-4304a695416e" providerId="ADAL" clId="{49E1EECD-BBC9-46E1-ADA4-975F8A4AFE85}" dt="2026-01-13T06:46:33.456" v="1063" actId="1038"/>
          <ac:picMkLst>
            <pc:docMk/>
            <pc:sldMk cId="0" sldId="258"/>
            <ac:picMk id="20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6:46:33.456" v="1063" actId="1038"/>
          <ac:picMkLst>
            <pc:docMk/>
            <pc:sldMk cId="0" sldId="258"/>
            <ac:picMk id="22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6:46:33.456" v="1063" actId="1038"/>
          <ac:picMkLst>
            <pc:docMk/>
            <pc:sldMk cId="0" sldId="258"/>
            <ac:picMk id="23" creationId="{00000000-0000-0000-0000-000000000000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7:57:41.297" v="2522" actId="20577"/>
        <pc:sldMkLst>
          <pc:docMk/>
          <pc:sldMk cId="0" sldId="259"/>
        </pc:sldMkLst>
        <pc:spChg chg="del">
          <ac:chgData name="Monik Bahubali Jain" userId="ef19a9c9-face-4306-9738-4304a695416e" providerId="ADAL" clId="{49E1EECD-BBC9-46E1-ADA4-975F8A4AFE85}" dt="2026-01-12T13:38:22.675" v="248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6:48:47.120" v="1129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7:08.553" v="1369" actId="14100"/>
          <ac:spMkLst>
            <pc:docMk/>
            <pc:sldMk cId="0" sldId="259"/>
            <ac:spMk id="4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07:29:34.886" v="2044" actId="207"/>
          <ac:spMkLst>
            <pc:docMk/>
            <pc:sldMk cId="0" sldId="259"/>
            <ac:spMk id="5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07:29:24.983" v="2033" actId="207"/>
          <ac:spMkLst>
            <pc:docMk/>
            <pc:sldMk cId="0" sldId="259"/>
            <ac:spMk id="7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07:29:15.764" v="2021" actId="207"/>
          <ac:spMkLst>
            <pc:docMk/>
            <pc:sldMk cId="0" sldId="259"/>
            <ac:spMk id="9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07:29:07.207" v="2008" actId="207"/>
          <ac:spMkLst>
            <pc:docMk/>
            <pc:sldMk cId="0" sldId="259"/>
            <ac:spMk id="11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8:28.124" v="249" actId="47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7:41.297" v="2522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49:48.113" v="1138" actId="403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0:19.176" v="1145" actId="948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1:23.647" v="1183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1:23.647" v="1183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1:23.647" v="1183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1:23.647" v="1183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1:23.647" v="1183" actId="403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1:23.647" v="1183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1:23.647" v="1183" actId="403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1:23.647" v="1183" actId="403"/>
          <ac:spMkLst>
            <pc:docMk/>
            <pc:sldMk cId="0" sldId="259"/>
            <ac:spMk id="24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2T13:38:40.327" v="254" actId="478"/>
          <ac:spMkLst>
            <pc:docMk/>
            <pc:sldMk cId="0" sldId="259"/>
            <ac:spMk id="25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2T13:38:37.433" v="253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8:32.531" v="251" actId="478"/>
          <ac:spMkLst>
            <pc:docMk/>
            <pc:sldMk cId="0" sldId="259"/>
            <ac:spMk id="27" creationId="{00000000-0000-0000-0000-000000000000}"/>
          </ac:spMkLst>
        </pc:spChg>
        <pc:grpChg chg="add mod">
          <ac:chgData name="Monik Bahubali Jain" userId="ef19a9c9-face-4306-9738-4304a695416e" providerId="ADAL" clId="{49E1EECD-BBC9-46E1-ADA4-975F8A4AFE85}" dt="2026-01-13T06:51:22.097" v="1182" actId="14100"/>
          <ac:grpSpMkLst>
            <pc:docMk/>
            <pc:sldMk cId="0" sldId="259"/>
            <ac:grpSpMk id="13" creationId="{63CBC071-CC36-0A54-F5A3-3F076586C140}"/>
          </ac:grpSpMkLst>
        </pc:grpChg>
        <pc:grpChg chg="add del mod">
          <ac:chgData name="Monik Bahubali Jain" userId="ef19a9c9-face-4306-9738-4304a695416e" providerId="ADAL" clId="{49E1EECD-BBC9-46E1-ADA4-975F8A4AFE85}" dt="2026-01-13T06:52:02.383" v="1208" actId="165"/>
          <ac:grpSpMkLst>
            <pc:docMk/>
            <pc:sldMk cId="0" sldId="259"/>
            <ac:grpSpMk id="25" creationId="{B96EDB58-4A62-898B-8389-F075A569E5AC}"/>
          </ac:grpSpMkLst>
        </pc:grpChg>
        <pc:grpChg chg="add del mod">
          <ac:chgData name="Monik Bahubali Jain" userId="ef19a9c9-face-4306-9738-4304a695416e" providerId="ADAL" clId="{49E1EECD-BBC9-46E1-ADA4-975F8A4AFE85}" dt="2026-01-13T07:27:43.432" v="1953" actId="165"/>
          <ac:grpSpMkLst>
            <pc:docMk/>
            <pc:sldMk cId="0" sldId="259"/>
            <ac:grpSpMk id="26" creationId="{8CB45CA1-0417-1A81-A578-BE658AC00099}"/>
          </ac:grpSpMkLst>
        </pc:grpChg>
        <pc:grpChg chg="add mod">
          <ac:chgData name="Monik Bahubali Jain" userId="ef19a9c9-face-4306-9738-4304a695416e" providerId="ADAL" clId="{49E1EECD-BBC9-46E1-ADA4-975F8A4AFE85}" dt="2026-01-13T06:55:47.578" v="1317" actId="1076"/>
          <ac:grpSpMkLst>
            <pc:docMk/>
            <pc:sldMk cId="0" sldId="259"/>
            <ac:grpSpMk id="27" creationId="{D7FB2EDE-9C43-C96D-1926-F0EE74A0E739}"/>
          </ac:grpSpMkLst>
        </pc:grpChg>
        <pc:grpChg chg="add mod">
          <ac:chgData name="Monik Bahubali Jain" userId="ef19a9c9-face-4306-9738-4304a695416e" providerId="ADAL" clId="{49E1EECD-BBC9-46E1-ADA4-975F8A4AFE85}" dt="2026-01-13T06:55:41.733" v="1315" actId="1076"/>
          <ac:grpSpMkLst>
            <pc:docMk/>
            <pc:sldMk cId="0" sldId="259"/>
            <ac:grpSpMk id="28" creationId="{0BC7AB79-0300-A199-3246-6D5ED6B2F79E}"/>
          </ac:grpSpMkLst>
        </pc:grpChg>
        <pc:grpChg chg="add del mod">
          <ac:chgData name="Monik Bahubali Jain" userId="ef19a9c9-face-4306-9738-4304a695416e" providerId="ADAL" clId="{49E1EECD-BBC9-46E1-ADA4-975F8A4AFE85}" dt="2026-01-13T07:27:43.432" v="1953" actId="165"/>
          <ac:grpSpMkLst>
            <pc:docMk/>
            <pc:sldMk cId="0" sldId="259"/>
            <ac:grpSpMk id="29" creationId="{FA76B129-D8C8-0D0C-F058-11937E42E409}"/>
          </ac:grpSpMkLst>
        </pc:grpChg>
        <pc:picChg chg="add mod">
          <ac:chgData name="Monik Bahubali Jain" userId="ef19a9c9-face-4306-9738-4304a695416e" providerId="ADAL" clId="{49E1EECD-BBC9-46E1-ADA4-975F8A4AFE85}" dt="2026-01-13T06:49:02.958" v="1132"/>
          <ac:picMkLst>
            <pc:docMk/>
            <pc:sldMk cId="0" sldId="259"/>
            <ac:picMk id="2" creationId="{F74B759B-51FD-DE86-C0E6-649B22F2C55D}"/>
          </ac:picMkLst>
        </pc:picChg>
        <pc:picChg chg="mod topLvl">
          <ac:chgData name="Monik Bahubali Jain" userId="ef19a9c9-face-4306-9738-4304a695416e" providerId="ADAL" clId="{49E1EECD-BBC9-46E1-ADA4-975F8A4AFE85}" dt="2026-01-13T07:27:43.432" v="1953" actId="165"/>
          <ac:picMkLst>
            <pc:docMk/>
            <pc:sldMk cId="0" sldId="259"/>
            <ac:picMk id="6" creationId="{00000000-0000-0000-0000-000000000000}"/>
          </ac:picMkLst>
        </pc:picChg>
        <pc:picChg chg="mod topLvl">
          <ac:chgData name="Monik Bahubali Jain" userId="ef19a9c9-face-4306-9738-4304a695416e" providerId="ADAL" clId="{49E1EECD-BBC9-46E1-ADA4-975F8A4AFE85}" dt="2026-01-13T07:27:43.432" v="1953" actId="165"/>
          <ac:picMkLst>
            <pc:docMk/>
            <pc:sldMk cId="0" sldId="259"/>
            <ac:picMk id="8" creationId="{00000000-0000-0000-0000-000000000000}"/>
          </ac:picMkLst>
        </pc:picChg>
        <pc:picChg chg="mod topLvl">
          <ac:chgData name="Monik Bahubali Jain" userId="ef19a9c9-face-4306-9738-4304a695416e" providerId="ADAL" clId="{49E1EECD-BBC9-46E1-ADA4-975F8A4AFE85}" dt="2026-01-13T07:27:43.432" v="1953" actId="165"/>
          <ac:picMkLst>
            <pc:docMk/>
            <pc:sldMk cId="0" sldId="259"/>
            <ac:picMk id="10" creationId="{00000000-0000-0000-0000-000000000000}"/>
          </ac:picMkLst>
        </pc:picChg>
        <pc:picChg chg="mod topLvl">
          <ac:chgData name="Monik Bahubali Jain" userId="ef19a9c9-face-4306-9738-4304a695416e" providerId="ADAL" clId="{49E1EECD-BBC9-46E1-ADA4-975F8A4AFE85}" dt="2026-01-13T07:27:43.432" v="1953" actId="165"/>
          <ac:picMkLst>
            <pc:docMk/>
            <pc:sldMk cId="0" sldId="259"/>
            <ac:picMk id="12" creationId="{00000000-0000-0000-0000-000000000000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7:37:46.059" v="2105" actId="14100"/>
        <pc:sldMkLst>
          <pc:docMk/>
          <pc:sldMk cId="0" sldId="260"/>
        </pc:sldMkLst>
        <pc:spChg chg="add del mod">
          <ac:chgData name="Monik Bahubali Jain" userId="ef19a9c9-face-4306-9738-4304a695416e" providerId="ADAL" clId="{49E1EECD-BBC9-46E1-ADA4-975F8A4AFE85}" dt="2026-01-13T06:57:36.266" v="1372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6:57:38.934" v="1373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8:57.165" v="256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17:00.618" v="1663"/>
          <ac:spMkLst>
            <pc:docMk/>
            <pc:sldMk cId="0" sldId="260"/>
            <ac:spMk id="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8:21.068" v="1382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6:58:48.163" v="1388" actId="14100"/>
          <ac:spMkLst>
            <pc:docMk/>
            <pc:sldMk cId="0" sldId="260"/>
            <ac:spMk id="7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8:57.165" v="256" actId="478"/>
          <ac:spMkLst>
            <pc:docMk/>
            <pc:sldMk cId="0" sldId="260"/>
            <ac:spMk id="8" creationId="{00000000-0000-0000-0000-000000000000}"/>
          </ac:spMkLst>
        </pc:spChg>
        <pc:spChg chg="add del mod ord topLvl">
          <ac:chgData name="Monik Bahubali Jain" userId="ef19a9c9-face-4306-9738-4304a695416e" providerId="ADAL" clId="{49E1EECD-BBC9-46E1-ADA4-975F8A4AFE85}" dt="2026-01-13T07:32:06.768" v="2079" actId="478"/>
          <ac:spMkLst>
            <pc:docMk/>
            <pc:sldMk cId="0" sldId="260"/>
            <ac:spMk id="8" creationId="{82E7E712-2AE7-B309-0EFC-3B57936FEB97}"/>
          </ac:spMkLst>
        </pc:spChg>
        <pc:spChg chg="del">
          <ac:chgData name="Monik Bahubali Jain" userId="ef19a9c9-face-4306-9738-4304a695416e" providerId="ADAL" clId="{49E1EECD-BBC9-46E1-ADA4-975F8A4AFE85}" dt="2026-01-12T13:38:57.165" v="256" actId="478"/>
          <ac:spMkLst>
            <pc:docMk/>
            <pc:sldMk cId="0" sldId="260"/>
            <ac:spMk id="9" creationId="{00000000-0000-0000-0000-000000000000}"/>
          </ac:spMkLst>
        </pc:spChg>
        <pc:spChg chg="add del mod topLvl">
          <ac:chgData name="Monik Bahubali Jain" userId="ef19a9c9-face-4306-9738-4304a695416e" providerId="ADAL" clId="{49E1EECD-BBC9-46E1-ADA4-975F8A4AFE85}" dt="2026-01-13T07:32:08.868" v="2080" actId="478"/>
          <ac:spMkLst>
            <pc:docMk/>
            <pc:sldMk cId="0" sldId="260"/>
            <ac:spMk id="9" creationId="{22D494E7-77B3-8E57-4460-DB9A2741E3DA}"/>
          </ac:spMkLst>
        </pc:spChg>
        <pc:spChg chg="del">
          <ac:chgData name="Monik Bahubali Jain" userId="ef19a9c9-face-4306-9738-4304a695416e" providerId="ADAL" clId="{49E1EECD-BBC9-46E1-ADA4-975F8A4AFE85}" dt="2026-01-12T13:39:14.479" v="259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4:36.128" v="1486" actId="20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5:48.082" v="1505" actId="14100"/>
          <ac:spMkLst>
            <pc:docMk/>
            <pc:sldMk cId="0" sldId="260"/>
            <ac:spMk id="12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7:32:44.349" v="2087" actId="16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37:41.329" v="2104" actId="14100"/>
          <ac:spMkLst>
            <pc:docMk/>
            <pc:sldMk cId="0" sldId="260"/>
            <ac:spMk id="14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7:33:22.043" v="2093" actId="16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5:56.913" v="1508" actId="14100"/>
          <ac:spMkLst>
            <pc:docMk/>
            <pc:sldMk cId="0" sldId="260"/>
            <ac:spMk id="16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7:33:50.901" v="2098" actId="16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37:46.059" v="2105" actId="14100"/>
          <ac:spMkLst>
            <pc:docMk/>
            <pc:sldMk cId="0" sldId="260"/>
            <ac:spMk id="18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07:31:15.302" v="2071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8:02.616" v="1557" actId="10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8:13.170" v="1561" actId="1038"/>
          <ac:spMkLst>
            <pc:docMk/>
            <pc:sldMk cId="0" sldId="260"/>
            <ac:spMk id="22" creationId="{00000000-0000-0000-0000-000000000000}"/>
          </ac:spMkLst>
        </pc:spChg>
        <pc:spChg chg="del mod topLvl">
          <ac:chgData name="Monik Bahubali Jain" userId="ef19a9c9-face-4306-9738-4304a695416e" providerId="ADAL" clId="{49E1EECD-BBC9-46E1-ADA4-975F8A4AFE85}" dt="2026-01-13T07:32:04.102" v="2078" actId="47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7:42.493" v="1537" actId="103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8:22.158" v="1568" actId="1035"/>
          <ac:spMkLst>
            <pc:docMk/>
            <pc:sldMk cId="0" sldId="260"/>
            <ac:spMk id="26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7:03:58.560" v="1477" actId="478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8:58.734" v="1584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08:46.191" v="1583" actId="1036"/>
          <ac:spMkLst>
            <pc:docMk/>
            <pc:sldMk cId="0" sldId="260"/>
            <ac:spMk id="30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7:04:08.941" v="1480" actId="478"/>
          <ac:spMkLst>
            <pc:docMk/>
            <pc:sldMk cId="0" sldId="260"/>
            <ac:spMk id="3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11:35.418" v="1644" actId="103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11:55.193" v="1647" actId="14100"/>
          <ac:spMkLst>
            <pc:docMk/>
            <pc:sldMk cId="0" sldId="260"/>
            <ac:spMk id="34" creationId="{00000000-0000-0000-0000-000000000000}"/>
          </ac:spMkLst>
        </pc:spChg>
        <pc:spChg chg="add mod ord">
          <ac:chgData name="Monik Bahubali Jain" userId="ef19a9c9-face-4306-9738-4304a695416e" providerId="ADAL" clId="{49E1EECD-BBC9-46E1-ADA4-975F8A4AFE85}" dt="2026-01-13T07:32:36.931" v="2086" actId="167"/>
          <ac:spMkLst>
            <pc:docMk/>
            <pc:sldMk cId="0" sldId="260"/>
            <ac:spMk id="39" creationId="{B8F1DBCF-6AF7-866F-E40F-614995996EFA}"/>
          </ac:spMkLst>
        </pc:spChg>
        <pc:spChg chg="add mod ord">
          <ac:chgData name="Monik Bahubali Jain" userId="ef19a9c9-face-4306-9738-4304a695416e" providerId="ADAL" clId="{49E1EECD-BBC9-46E1-ADA4-975F8A4AFE85}" dt="2026-01-13T07:33:16.792" v="2092" actId="167"/>
          <ac:spMkLst>
            <pc:docMk/>
            <pc:sldMk cId="0" sldId="260"/>
            <ac:spMk id="40" creationId="{9642AADA-4968-86F5-5C5A-A5CCB8310918}"/>
          </ac:spMkLst>
        </pc:spChg>
        <pc:spChg chg="add mod ord">
          <ac:chgData name="Monik Bahubali Jain" userId="ef19a9c9-face-4306-9738-4304a695416e" providerId="ADAL" clId="{49E1EECD-BBC9-46E1-ADA4-975F8A4AFE85}" dt="2026-01-13T07:33:59.800" v="2099" actId="1076"/>
          <ac:spMkLst>
            <pc:docMk/>
            <pc:sldMk cId="0" sldId="260"/>
            <ac:spMk id="41" creationId="{75DB3305-1790-81CA-FFAD-47227D21262B}"/>
          </ac:spMkLst>
        </pc:spChg>
        <pc:grpChg chg="add del mod">
          <ac:chgData name="Monik Bahubali Jain" userId="ef19a9c9-face-4306-9738-4304a695416e" providerId="ADAL" clId="{49E1EECD-BBC9-46E1-ADA4-975F8A4AFE85}" dt="2026-01-13T07:09:21.799" v="1593" actId="165"/>
          <ac:grpSpMkLst>
            <pc:docMk/>
            <pc:sldMk cId="0" sldId="260"/>
            <ac:grpSpMk id="10" creationId="{265E4CE0-FF50-3C00-261A-50FA84BD3933}"/>
          </ac:grpSpMkLst>
        </pc:grpChg>
        <pc:grpChg chg="add del mod">
          <ac:chgData name="Monik Bahubali Jain" userId="ef19a9c9-face-4306-9738-4304a695416e" providerId="ADAL" clId="{49E1EECD-BBC9-46E1-ADA4-975F8A4AFE85}" dt="2026-01-13T07:30:35.708" v="2045" actId="165"/>
          <ac:grpSpMkLst>
            <pc:docMk/>
            <pc:sldMk cId="0" sldId="260"/>
            <ac:grpSpMk id="35" creationId="{A20E50DA-50DD-0491-659F-510DF90B7D83}"/>
          </ac:grpSpMkLst>
        </pc:grpChg>
        <pc:grpChg chg="add del mod">
          <ac:chgData name="Monik Bahubali Jain" userId="ef19a9c9-face-4306-9738-4304a695416e" providerId="ADAL" clId="{49E1EECD-BBC9-46E1-ADA4-975F8A4AFE85}" dt="2026-01-13T07:31:46.366" v="2076" actId="165"/>
          <ac:grpSpMkLst>
            <pc:docMk/>
            <pc:sldMk cId="0" sldId="260"/>
            <ac:grpSpMk id="36" creationId="{6C5F51AD-08A6-9238-A2C7-44980E01388F}"/>
          </ac:grpSpMkLst>
        </pc:grpChg>
        <pc:grpChg chg="add del mod">
          <ac:chgData name="Monik Bahubali Jain" userId="ef19a9c9-face-4306-9738-4304a695416e" providerId="ADAL" clId="{49E1EECD-BBC9-46E1-ADA4-975F8A4AFE85}" dt="2026-01-13T07:31:46.366" v="2076" actId="165"/>
          <ac:grpSpMkLst>
            <pc:docMk/>
            <pc:sldMk cId="0" sldId="260"/>
            <ac:grpSpMk id="37" creationId="{627C6495-1A85-786A-FBCD-AB712C101CB2}"/>
          </ac:grpSpMkLst>
        </pc:grpChg>
        <pc:grpChg chg="add del mod">
          <ac:chgData name="Monik Bahubali Jain" userId="ef19a9c9-face-4306-9738-4304a695416e" providerId="ADAL" clId="{49E1EECD-BBC9-46E1-ADA4-975F8A4AFE85}" dt="2026-01-13T07:31:46.366" v="2076" actId="165"/>
          <ac:grpSpMkLst>
            <pc:docMk/>
            <pc:sldMk cId="0" sldId="260"/>
            <ac:grpSpMk id="38" creationId="{7949C334-FEB2-F56A-65F2-BE921581B4D3}"/>
          </ac:grpSpMkLst>
        </pc:grpChg>
        <pc:picChg chg="add mod">
          <ac:chgData name="Monik Bahubali Jain" userId="ef19a9c9-face-4306-9738-4304a695416e" providerId="ADAL" clId="{49E1EECD-BBC9-46E1-ADA4-975F8A4AFE85}" dt="2026-01-13T06:58:05.972" v="1381" actId="1035"/>
          <ac:picMkLst>
            <pc:docMk/>
            <pc:sldMk cId="0" sldId="260"/>
            <ac:picMk id="4" creationId="{992AB374-CEBA-CD34-C59F-C4F5B73EDEDF}"/>
          </ac:picMkLst>
        </pc:picChg>
        <pc:picChg chg="mod topLvl">
          <ac:chgData name="Monik Bahubali Jain" userId="ef19a9c9-face-4306-9738-4304a695416e" providerId="ADAL" clId="{49E1EECD-BBC9-46E1-ADA4-975F8A4AFE85}" dt="2026-01-13T07:31:50.842" v="2077" actId="1038"/>
          <ac:picMkLst>
            <pc:docMk/>
            <pc:sldMk cId="0" sldId="260"/>
            <ac:picMk id="20" creationId="{00000000-0000-0000-0000-000000000000}"/>
          </ac:picMkLst>
        </pc:picChg>
        <pc:picChg chg="mod topLvl">
          <ac:chgData name="Monik Bahubali Jain" userId="ef19a9c9-face-4306-9738-4304a695416e" providerId="ADAL" clId="{49E1EECD-BBC9-46E1-ADA4-975F8A4AFE85}" dt="2026-01-13T07:31:46.366" v="2076" actId="165"/>
          <ac:picMkLst>
            <pc:docMk/>
            <pc:sldMk cId="0" sldId="260"/>
            <ac:picMk id="24" creationId="{00000000-0000-0000-0000-000000000000}"/>
          </ac:picMkLst>
        </pc:picChg>
        <pc:picChg chg="mod topLvl">
          <ac:chgData name="Monik Bahubali Jain" userId="ef19a9c9-face-4306-9738-4304a695416e" providerId="ADAL" clId="{49E1EECD-BBC9-46E1-ADA4-975F8A4AFE85}" dt="2026-01-13T07:31:46.366" v="2076" actId="165"/>
          <ac:picMkLst>
            <pc:docMk/>
            <pc:sldMk cId="0" sldId="260"/>
            <ac:picMk id="28" creationId="{00000000-0000-0000-0000-000000000000}"/>
          </ac:picMkLst>
        </pc:picChg>
        <pc:picChg chg="mod topLvl">
          <ac:chgData name="Monik Bahubali Jain" userId="ef19a9c9-face-4306-9738-4304a695416e" providerId="ADAL" clId="{49E1EECD-BBC9-46E1-ADA4-975F8A4AFE85}" dt="2026-01-13T07:31:46.366" v="2076" actId="165"/>
          <ac:picMkLst>
            <pc:docMk/>
            <pc:sldMk cId="0" sldId="260"/>
            <ac:picMk id="32" creationId="{00000000-0000-0000-0000-000000000000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7:59:47.303" v="2529" actId="207"/>
        <pc:sldMkLst>
          <pc:docMk/>
          <pc:sldMk cId="0" sldId="261"/>
        </pc:sldMkLst>
        <pc:spChg chg="del mod">
          <ac:chgData name="Monik Bahubali Jain" userId="ef19a9c9-face-4306-9738-4304a695416e" providerId="ADAL" clId="{49E1EECD-BBC9-46E1-ADA4-975F8A4AFE85}" dt="2026-01-13T07:12:18.276" v="1649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7:20:56.267" v="1680" actId="478"/>
          <ac:spMkLst>
            <pc:docMk/>
            <pc:sldMk cId="0" sldId="261"/>
            <ac:spMk id="3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9:32.453" v="262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9:32.453" v="262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9:32.453" v="262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9:40.150" v="264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7:12:25.743" v="1651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18:03.001" v="1666"/>
          <ac:spMkLst>
            <pc:docMk/>
            <pc:sldMk cId="0" sldId="261"/>
            <ac:spMk id="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21:50.643" v="1701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22:09.019" v="1706" actId="20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1:23.876" v="2178" actId="103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1:23.876" v="2178" actId="103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9:41.500" v="2528" actId="20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1:29.684" v="2191" actId="103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1:59.241" v="2207" actId="103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1:59.241" v="2207" actId="103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9:47.303" v="2529" actId="207"/>
          <ac:spMkLst>
            <pc:docMk/>
            <pc:sldMk cId="0" sldId="261"/>
            <ac:spMk id="20" creationId="{00000000-0000-0000-0000-000000000000}"/>
          </ac:spMkLst>
        </pc:spChg>
        <pc:picChg chg="add mod">
          <ac:chgData name="Monik Bahubali Jain" userId="ef19a9c9-face-4306-9738-4304a695416e" providerId="ADAL" clId="{49E1EECD-BBC9-46E1-ADA4-975F8A4AFE85}" dt="2026-01-13T07:12:16.689" v="1648"/>
          <ac:picMkLst>
            <pc:docMk/>
            <pc:sldMk cId="0" sldId="261"/>
            <ac:picMk id="4" creationId="{0A18A556-1E9F-772F-C6E5-5DF3091CF7B3}"/>
          </ac:picMkLst>
        </pc:picChg>
        <pc:picChg chg="mod">
          <ac:chgData name="Monik Bahubali Jain" userId="ef19a9c9-face-4306-9738-4304a695416e" providerId="ADAL" clId="{49E1EECD-BBC9-46E1-ADA4-975F8A4AFE85}" dt="2026-01-13T07:41:23.876" v="2178" actId="1037"/>
          <ac:picMkLst>
            <pc:docMk/>
            <pc:sldMk cId="0" sldId="261"/>
            <ac:picMk id="13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7:41:59.241" v="2207" actId="1037"/>
          <ac:picMkLst>
            <pc:docMk/>
            <pc:sldMk cId="0" sldId="261"/>
            <ac:picMk id="18" creationId="{00000000-0000-0000-0000-000000000000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8:02:29.551" v="2563" actId="1035"/>
        <pc:sldMkLst>
          <pc:docMk/>
          <pc:sldMk cId="0" sldId="262"/>
        </pc:sldMkLst>
        <pc:spChg chg="del mod">
          <ac:chgData name="Monik Bahubali Jain" userId="ef19a9c9-face-4306-9738-4304a695416e" providerId="ADAL" clId="{49E1EECD-BBC9-46E1-ADA4-975F8A4AFE85}" dt="2026-01-13T07:42:36.784" v="2210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7:42:39.601" v="2211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7:45:28.556" v="2274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9:17.437" v="2380" actId="1076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7:45:28.556" v="2274" actId="478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7:45:35.714" v="2276" actId="478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7:45:33.625" v="2275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7:49:23.850" v="2381" actId="478"/>
          <ac:spMkLst>
            <pc:docMk/>
            <pc:sldMk cId="0" sldId="262"/>
            <ac:spMk id="10" creationId="{00000000-0000-0000-0000-000000000000}"/>
          </ac:spMkLst>
        </pc:spChg>
        <pc:spChg chg="add del mod">
          <ac:chgData name="Monik Bahubali Jain" userId="ef19a9c9-face-4306-9738-4304a695416e" providerId="ADAL" clId="{49E1EECD-BBC9-46E1-ADA4-975F8A4AFE85}" dt="2026-01-13T07:48:38.292" v="2376" actId="1076"/>
          <ac:spMkLst>
            <pc:docMk/>
            <pc:sldMk cId="0" sldId="262"/>
            <ac:spMk id="11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7:49:45.273" v="2383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7:49:45.273" v="2383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7:49:45.273" v="2383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7:49:26.027" v="2382" actId="478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0:29.327" v="2530" actId="1076"/>
          <ac:spMkLst>
            <pc:docMk/>
            <pc:sldMk cId="0" sldId="262"/>
            <ac:spMk id="17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8:01:16.652" v="2539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8:01:16.652" v="2539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8:01:16.652" v="2539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9:55.402" v="268" actId="47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3:11.961" v="2220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3:56.088" v="2256" actId="255"/>
          <ac:spMkLst>
            <pc:docMk/>
            <pc:sldMk cId="0" sldId="262"/>
            <ac:spMk id="2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4:11.255" v="2262" actId="14100"/>
          <ac:spMkLst>
            <pc:docMk/>
            <pc:sldMk cId="0" sldId="262"/>
            <ac:spMk id="2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0:10.200" v="2387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0:15.325" v="2388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2:15.499" v="2559" actId="103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7:54.090" v="2372" actId="1038"/>
          <ac:spMkLst>
            <pc:docMk/>
            <pc:sldMk cId="0" sldId="262"/>
            <ac:spMk id="2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47:54.090" v="2372" actId="1038"/>
          <ac:spMkLst>
            <pc:docMk/>
            <pc:sldMk cId="0" sldId="262"/>
            <ac:spMk id="3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0:45.174" v="2393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7:51:25.879" v="2412" actId="20577"/>
          <ac:spMkLst>
            <pc:docMk/>
            <pc:sldMk cId="0" sldId="262"/>
            <ac:spMk id="32" creationId="{00000000-0000-0000-0000-000000000000}"/>
          </ac:spMkLst>
        </pc:spChg>
        <pc:spChg chg="add del mod">
          <ac:chgData name="Monik Bahubali Jain" userId="ef19a9c9-face-4306-9738-4304a695416e" providerId="ADAL" clId="{49E1EECD-BBC9-46E1-ADA4-975F8A4AFE85}" dt="2026-01-13T08:02:29.551" v="2563" actId="1035"/>
          <ac:spMkLst>
            <pc:docMk/>
            <pc:sldMk cId="0" sldId="262"/>
            <ac:spMk id="33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7:51:58.383" v="2467" actId="478"/>
          <ac:spMkLst>
            <pc:docMk/>
            <pc:sldMk cId="0" sldId="262"/>
            <ac:spMk id="34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7:51:58.383" v="2467" actId="478"/>
          <ac:spMkLst>
            <pc:docMk/>
            <pc:sldMk cId="0" sldId="262"/>
            <ac:spMk id="3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0:50.514" v="2534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1:10.021" v="2538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2:09.255" v="2556" actId="14100"/>
          <ac:spMkLst>
            <pc:docMk/>
            <pc:sldMk cId="0" sldId="262"/>
            <ac:spMk id="38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8:01:41.199" v="2546" actId="478"/>
          <ac:spMkLst>
            <pc:docMk/>
            <pc:sldMk cId="0" sldId="262"/>
            <ac:spMk id="39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8:01:41.199" v="2546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39:55.402" v="268" actId="478"/>
          <ac:spMkLst>
            <pc:docMk/>
            <pc:sldMk cId="0" sldId="262"/>
            <ac:spMk id="41" creationId="{00000000-0000-0000-0000-000000000000}"/>
          </ac:spMkLst>
        </pc:spChg>
        <pc:spChg chg="add mod">
          <ac:chgData name="Monik Bahubali Jain" userId="ef19a9c9-face-4306-9738-4304a695416e" providerId="ADAL" clId="{49E1EECD-BBC9-46E1-ADA4-975F8A4AFE85}" dt="2026-01-13T07:47:21.685" v="2337" actId="1076"/>
          <ac:spMkLst>
            <pc:docMk/>
            <pc:sldMk cId="0" sldId="262"/>
            <ac:spMk id="41" creationId="{6F7AC01E-C0FA-7A0D-F263-B2939F430ABC}"/>
          </ac:spMkLst>
        </pc:spChg>
        <pc:spChg chg="del">
          <ac:chgData name="Monik Bahubali Jain" userId="ef19a9c9-face-4306-9738-4304a695416e" providerId="ADAL" clId="{49E1EECD-BBC9-46E1-ADA4-975F8A4AFE85}" dt="2026-01-12T13:39:55.402" v="268" actId="478"/>
          <ac:spMkLst>
            <pc:docMk/>
            <pc:sldMk cId="0" sldId="262"/>
            <ac:spMk id="42" creationId="{00000000-0000-0000-0000-000000000000}"/>
          </ac:spMkLst>
        </pc:spChg>
        <pc:spChg chg="add del">
          <ac:chgData name="Monik Bahubali Jain" userId="ef19a9c9-face-4306-9738-4304a695416e" providerId="ADAL" clId="{49E1EECD-BBC9-46E1-ADA4-975F8A4AFE85}" dt="2026-01-13T07:42:22.039" v="2208" actId="478"/>
          <ac:spMkLst>
            <pc:docMk/>
            <pc:sldMk cId="0" sldId="262"/>
            <ac:spMk id="43" creationId="{00000000-0000-0000-0000-000000000000}"/>
          </ac:spMkLst>
        </pc:spChg>
        <pc:grpChg chg="add mod">
          <ac:chgData name="Monik Bahubali Jain" userId="ef19a9c9-face-4306-9738-4304a695416e" providerId="ADAL" clId="{49E1EECD-BBC9-46E1-ADA4-975F8A4AFE85}" dt="2026-01-13T07:49:56.369" v="2385" actId="164"/>
          <ac:grpSpMkLst>
            <pc:docMk/>
            <pc:sldMk cId="0" sldId="262"/>
            <ac:grpSpMk id="42" creationId="{95D07721-39BA-5DB0-9633-843ECD28A8BB}"/>
          </ac:grpSpMkLst>
        </pc:grpChg>
        <pc:picChg chg="mod">
          <ac:chgData name="Monik Bahubali Jain" userId="ef19a9c9-face-4306-9738-4304a695416e" providerId="ADAL" clId="{49E1EECD-BBC9-46E1-ADA4-975F8A4AFE85}" dt="2026-01-13T07:49:17.437" v="2380" actId="1076"/>
          <ac:picMkLst>
            <pc:docMk/>
            <pc:sldMk cId="0" sldId="262"/>
            <ac:picMk id="6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7:48:38.292" v="2376" actId="1076"/>
          <ac:picMkLst>
            <pc:docMk/>
            <pc:sldMk cId="0" sldId="262"/>
            <ac:picMk id="12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8:00:29.327" v="2530" actId="1076"/>
          <ac:picMkLst>
            <pc:docMk/>
            <pc:sldMk cId="0" sldId="262"/>
            <ac:picMk id="18" creationId="{00000000-0000-0000-0000-000000000000}"/>
          </ac:picMkLst>
        </pc:picChg>
        <pc:picChg chg="add mod">
          <ac:chgData name="Monik Bahubali Jain" userId="ef19a9c9-face-4306-9738-4304a695416e" providerId="ADAL" clId="{49E1EECD-BBC9-46E1-ADA4-975F8A4AFE85}" dt="2026-01-13T07:43:06.362" v="2219"/>
          <ac:picMkLst>
            <pc:docMk/>
            <pc:sldMk cId="0" sldId="262"/>
            <ac:picMk id="22" creationId="{D363EF5F-6C57-FF76-5F66-30E29AE328D2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11:43:14.629" v="4004" actId="14100"/>
        <pc:sldMkLst>
          <pc:docMk/>
          <pc:sldMk cId="0" sldId="263"/>
        </pc:sldMkLst>
        <pc:spChg chg="add del mod">
          <ac:chgData name="Monik Bahubali Jain" userId="ef19a9c9-face-4306-9738-4304a695416e" providerId="ADAL" clId="{49E1EECD-BBC9-46E1-ADA4-975F8A4AFE85}" dt="2026-01-13T08:02:56.052" v="2566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8:02:59.310" v="2567" actId="478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Monik Bahubali Jain" userId="ef19a9c9-face-4306-9738-4304a695416e" providerId="ADAL" clId="{49E1EECD-BBC9-46E1-ADA4-975F8A4AFE85}" dt="2026-01-12T13:41:02.275" v="290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3:36.650" v="2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6:33.665" v="2595" actId="1035"/>
          <ac:spMkLst>
            <pc:docMk/>
            <pc:sldMk cId="0" sldId="263"/>
            <ac:spMk id="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6:33.665" v="2595" actId="1035"/>
          <ac:spMkLst>
            <pc:docMk/>
            <pc:sldMk cId="0" sldId="263"/>
            <ac:spMk id="7" creationId="{00000000-0000-0000-0000-000000000000}"/>
          </ac:spMkLst>
        </pc:spChg>
        <pc:spChg chg="add del">
          <ac:chgData name="Monik Bahubali Jain" userId="ef19a9c9-face-4306-9738-4304a695416e" providerId="ADAL" clId="{49E1EECD-BBC9-46E1-ADA4-975F8A4AFE85}" dt="2026-01-12T13:41:05.077" v="291" actId="478"/>
          <ac:spMkLst>
            <pc:docMk/>
            <pc:sldMk cId="0" sldId="263"/>
            <ac:spMk id="8" creationId="{00000000-0000-0000-0000-000000000000}"/>
          </ac:spMkLst>
        </pc:spChg>
        <pc:spChg chg="add mod ord">
          <ac:chgData name="Monik Bahubali Jain" userId="ef19a9c9-face-4306-9738-4304a695416e" providerId="ADAL" clId="{49E1EECD-BBC9-46E1-ADA4-975F8A4AFE85}" dt="2026-01-13T08:12:16.940" v="2722" actId="164"/>
          <ac:spMkLst>
            <pc:docMk/>
            <pc:sldMk cId="0" sldId="263"/>
            <ac:spMk id="8" creationId="{51212DC4-16A4-AF06-225C-9A7AB716FF2C}"/>
          </ac:spMkLst>
        </pc:spChg>
        <pc:spChg chg="add del">
          <ac:chgData name="Monik Bahubali Jain" userId="ef19a9c9-face-4306-9738-4304a695416e" providerId="ADAL" clId="{49E1EECD-BBC9-46E1-ADA4-975F8A4AFE85}" dt="2026-01-12T13:41:02.275" v="290" actId="478"/>
          <ac:spMkLst>
            <pc:docMk/>
            <pc:sldMk cId="0" sldId="263"/>
            <ac:spMk id="9" creationId="{00000000-0000-0000-0000-000000000000}"/>
          </ac:spMkLst>
        </pc:spChg>
        <pc:spChg chg="add del">
          <ac:chgData name="Monik Bahubali Jain" userId="ef19a9c9-face-4306-9738-4304a695416e" providerId="ADAL" clId="{49E1EECD-BBC9-46E1-ADA4-975F8A4AFE85}" dt="2026-01-13T08:02:49.404" v="2564" actId="478"/>
          <ac:spMkLst>
            <pc:docMk/>
            <pc:sldMk cId="0" sldId="263"/>
            <ac:spMk id="10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8:11:25.894" v="2673" actId="167"/>
          <ac:spMkLst>
            <pc:docMk/>
            <pc:sldMk cId="0" sldId="263"/>
            <ac:spMk id="11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8:06:44.581" v="2596" actId="478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13:27.932" v="2752" actId="16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13:27.932" v="2752" actId="164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8:46.696" v="2641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8:59.948" v="2644" actId="14100"/>
          <ac:spMkLst>
            <pc:docMk/>
            <pc:sldMk cId="0" sldId="263"/>
            <ac:spMk id="17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8:10:08.363" v="2659" actId="478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12:16.940" v="2722" actId="164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14:25.751" v="2758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4:40.947" v="2894" actId="14100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23:16.644" v="2759" actId="208"/>
          <ac:spMkLst>
            <pc:docMk/>
            <pc:sldMk cId="0" sldId="263"/>
            <ac:spMk id="24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8:06:49.003" v="2598" actId="478"/>
          <ac:spMkLst>
            <pc:docMk/>
            <pc:sldMk cId="0" sldId="263"/>
            <ac:spMk id="25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24:28.528" v="2776" actId="478"/>
          <ac:spMkLst>
            <pc:docMk/>
            <pc:sldMk cId="0" sldId="263"/>
            <ac:spMk id="26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24:26.561" v="2775" actId="478"/>
          <ac:spMkLst>
            <pc:docMk/>
            <pc:sldMk cId="0" sldId="263"/>
            <ac:spMk id="2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26:00.389" v="2793" actId="14100"/>
          <ac:spMkLst>
            <pc:docMk/>
            <pc:sldMk cId="0" sldId="263"/>
            <ac:spMk id="2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1:43:14.629" v="4004" actId="14100"/>
          <ac:spMkLst>
            <pc:docMk/>
            <pc:sldMk cId="0" sldId="263"/>
            <ac:spMk id="30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24:53.722" v="2780" actId="478"/>
          <ac:spMkLst>
            <pc:docMk/>
            <pc:sldMk cId="0" sldId="263"/>
            <ac:spMk id="32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24:53.722" v="2780" actId="478"/>
          <ac:spMkLst>
            <pc:docMk/>
            <pc:sldMk cId="0" sldId="263"/>
            <ac:spMk id="3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4:35.984" v="2893" actId="14100"/>
          <ac:spMkLst>
            <pc:docMk/>
            <pc:sldMk cId="0" sldId="263"/>
            <ac:spMk id="36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9:27:31.096" v="2807" actId="167"/>
          <ac:spMkLst>
            <pc:docMk/>
            <pc:sldMk cId="0" sldId="263"/>
            <ac:spMk id="37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8:06:46.431" v="2597" actId="478"/>
          <ac:spMkLst>
            <pc:docMk/>
            <pc:sldMk cId="0" sldId="263"/>
            <ac:spMk id="38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26:20.485" v="2795" actId="478"/>
          <ac:spMkLst>
            <pc:docMk/>
            <pc:sldMk cId="0" sldId="263"/>
            <ac:spMk id="39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26:19.033" v="2794" actId="478"/>
          <ac:spMkLst>
            <pc:docMk/>
            <pc:sldMk cId="0" sldId="263"/>
            <ac:spMk id="4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2T13:40:39.021" v="283" actId="1035"/>
          <ac:spMkLst>
            <pc:docMk/>
            <pc:sldMk cId="0" sldId="263"/>
            <ac:spMk id="4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0:19.326" v="2841" actId="14100"/>
          <ac:spMkLst>
            <pc:docMk/>
            <pc:sldMk cId="0" sldId="263"/>
            <ac:spMk id="43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29:09.572" v="2829" actId="478"/>
          <ac:spMkLst>
            <pc:docMk/>
            <pc:sldMk cId="0" sldId="263"/>
            <ac:spMk id="45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29:13.982" v="2831" actId="478"/>
          <ac:spMkLst>
            <pc:docMk/>
            <pc:sldMk cId="0" sldId="263"/>
            <ac:spMk id="4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1:26.512" v="2858" actId="1076"/>
          <ac:spMkLst>
            <pc:docMk/>
            <pc:sldMk cId="0" sldId="263"/>
            <ac:spMk id="4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0:45.570" v="2844" actId="14100"/>
          <ac:spMkLst>
            <pc:docMk/>
            <pc:sldMk cId="0" sldId="263"/>
            <ac:spMk id="4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23:21.539" v="2760" actId="208"/>
          <ac:spMkLst>
            <pc:docMk/>
            <pc:sldMk cId="0" sldId="263"/>
            <ac:spMk id="50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8:06:51.068" v="2599" actId="478"/>
          <ac:spMkLst>
            <pc:docMk/>
            <pc:sldMk cId="0" sldId="263"/>
            <ac:spMk id="51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31:49.664" v="2862" actId="478"/>
          <ac:spMkLst>
            <pc:docMk/>
            <pc:sldMk cId="0" sldId="263"/>
            <ac:spMk id="52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31:53.066" v="2863" actId="478"/>
          <ac:spMkLst>
            <pc:docMk/>
            <pc:sldMk cId="0" sldId="263"/>
            <ac:spMk id="5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3:44.066" v="2882" actId="1076"/>
          <ac:spMkLst>
            <pc:docMk/>
            <pc:sldMk cId="0" sldId="263"/>
            <ac:spMk id="5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4:00.592" v="2886" actId="14100"/>
          <ac:spMkLst>
            <pc:docMk/>
            <pc:sldMk cId="0" sldId="263"/>
            <ac:spMk id="56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9:32:48.292" v="2872" actId="478"/>
          <ac:spMkLst>
            <pc:docMk/>
            <pc:sldMk cId="0" sldId="263"/>
            <ac:spMk id="58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9:32:50.742" v="2873" actId="478"/>
          <ac:spMkLst>
            <pc:docMk/>
            <pc:sldMk cId="0" sldId="263"/>
            <ac:spMk id="5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4:21.392" v="2889" actId="1076"/>
          <ac:spMkLst>
            <pc:docMk/>
            <pc:sldMk cId="0" sldId="263"/>
            <ac:spMk id="6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4:52.651" v="2896" actId="14100"/>
          <ac:spMkLst>
            <pc:docMk/>
            <pc:sldMk cId="0" sldId="263"/>
            <ac:spMk id="6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23:53.162" v="2765"/>
          <ac:spMkLst>
            <pc:docMk/>
            <pc:sldMk cId="0" sldId="263"/>
            <ac:spMk id="65" creationId="{B8A2C7C1-4028-BA51-A46E-6A485E89A292}"/>
          </ac:spMkLst>
        </pc:spChg>
        <pc:spChg chg="mod">
          <ac:chgData name="Monik Bahubali Jain" userId="ef19a9c9-face-4306-9738-4304a695416e" providerId="ADAL" clId="{49E1EECD-BBC9-46E1-ADA4-975F8A4AFE85}" dt="2026-01-13T09:23:53.162" v="2765"/>
          <ac:spMkLst>
            <pc:docMk/>
            <pc:sldMk cId="0" sldId="263"/>
            <ac:spMk id="67" creationId="{0A13638B-A7E3-5B82-5D0B-2C6000E26E91}"/>
          </ac:spMkLst>
        </pc:spChg>
        <pc:spChg chg="mod">
          <ac:chgData name="Monik Bahubali Jain" userId="ef19a9c9-face-4306-9738-4304a695416e" providerId="ADAL" clId="{49E1EECD-BBC9-46E1-ADA4-975F8A4AFE85}" dt="2026-01-13T09:24:56.331" v="2781"/>
          <ac:spMkLst>
            <pc:docMk/>
            <pc:sldMk cId="0" sldId="263"/>
            <ac:spMk id="71" creationId="{3140F6D0-A490-447A-5C19-282DEA2C629A}"/>
          </ac:spMkLst>
        </pc:spChg>
        <pc:spChg chg="mod">
          <ac:chgData name="Monik Bahubali Jain" userId="ef19a9c9-face-4306-9738-4304a695416e" providerId="ADAL" clId="{49E1EECD-BBC9-46E1-ADA4-975F8A4AFE85}" dt="2026-01-13T09:24:56.331" v="2781"/>
          <ac:spMkLst>
            <pc:docMk/>
            <pc:sldMk cId="0" sldId="263"/>
            <ac:spMk id="72" creationId="{BCF34AC0-C87A-860D-D684-66D976FD1E6D}"/>
          </ac:spMkLst>
        </pc:spChg>
        <pc:spChg chg="mod ord">
          <ac:chgData name="Monik Bahubali Jain" userId="ef19a9c9-face-4306-9738-4304a695416e" providerId="ADAL" clId="{49E1EECD-BBC9-46E1-ADA4-975F8A4AFE85}" dt="2026-01-13T09:27:26.579" v="2806" actId="167"/>
          <ac:spMkLst>
            <pc:docMk/>
            <pc:sldMk cId="0" sldId="263"/>
            <ac:spMk id="75" creationId="{96949165-9972-2007-B625-0A8ADF2DCE6E}"/>
          </ac:spMkLst>
        </pc:spChg>
        <pc:spChg chg="mod">
          <ac:chgData name="Monik Bahubali Jain" userId="ef19a9c9-face-4306-9738-4304a695416e" providerId="ADAL" clId="{49E1EECD-BBC9-46E1-ADA4-975F8A4AFE85}" dt="2026-01-13T09:26:35.724" v="2800"/>
          <ac:spMkLst>
            <pc:docMk/>
            <pc:sldMk cId="0" sldId="263"/>
            <ac:spMk id="77" creationId="{28D6AAD4-FE60-D79B-0B4B-9100DC50D8A0}"/>
          </ac:spMkLst>
        </pc:spChg>
        <pc:spChg chg="mod">
          <ac:chgData name="Monik Bahubali Jain" userId="ef19a9c9-face-4306-9738-4304a695416e" providerId="ADAL" clId="{49E1EECD-BBC9-46E1-ADA4-975F8A4AFE85}" dt="2026-01-13T09:27:57.432" v="2811"/>
          <ac:spMkLst>
            <pc:docMk/>
            <pc:sldMk cId="0" sldId="263"/>
            <ac:spMk id="79" creationId="{B29D10E4-1324-DDCE-D376-1B85544433C6}"/>
          </ac:spMkLst>
        </pc:spChg>
        <pc:spChg chg="mod">
          <ac:chgData name="Monik Bahubali Jain" userId="ef19a9c9-face-4306-9738-4304a695416e" providerId="ADAL" clId="{49E1EECD-BBC9-46E1-ADA4-975F8A4AFE85}" dt="2026-01-13T09:27:57.432" v="2811"/>
          <ac:spMkLst>
            <pc:docMk/>
            <pc:sldMk cId="0" sldId="263"/>
            <ac:spMk id="81" creationId="{33097C56-194B-B933-14C1-2602BA4B4E1F}"/>
          </ac:spMkLst>
        </pc:spChg>
        <pc:spChg chg="mod">
          <ac:chgData name="Monik Bahubali Jain" userId="ef19a9c9-face-4306-9738-4304a695416e" providerId="ADAL" clId="{49E1EECD-BBC9-46E1-ADA4-975F8A4AFE85}" dt="2026-01-13T09:29:19.275" v="2832"/>
          <ac:spMkLst>
            <pc:docMk/>
            <pc:sldMk cId="0" sldId="263"/>
            <ac:spMk id="84" creationId="{5E649D5E-C615-88E1-33AF-BF48FA47B6FC}"/>
          </ac:spMkLst>
        </pc:spChg>
        <pc:spChg chg="mod">
          <ac:chgData name="Monik Bahubali Jain" userId="ef19a9c9-face-4306-9738-4304a695416e" providerId="ADAL" clId="{49E1EECD-BBC9-46E1-ADA4-975F8A4AFE85}" dt="2026-01-13T09:29:19.275" v="2832"/>
          <ac:spMkLst>
            <pc:docMk/>
            <pc:sldMk cId="0" sldId="263"/>
            <ac:spMk id="85" creationId="{4C5242A9-6A93-6526-06C8-6E66799274BA}"/>
          </ac:spMkLst>
        </pc:spChg>
        <pc:spChg chg="mod">
          <ac:chgData name="Monik Bahubali Jain" userId="ef19a9c9-face-4306-9738-4304a695416e" providerId="ADAL" clId="{49E1EECD-BBC9-46E1-ADA4-975F8A4AFE85}" dt="2026-01-13T09:31:58.765" v="2864"/>
          <ac:spMkLst>
            <pc:docMk/>
            <pc:sldMk cId="0" sldId="263"/>
            <ac:spMk id="91" creationId="{AB208FD3-8590-974A-697A-ADD4D8ECB236}"/>
          </ac:spMkLst>
        </pc:spChg>
        <pc:spChg chg="mod">
          <ac:chgData name="Monik Bahubali Jain" userId="ef19a9c9-face-4306-9738-4304a695416e" providerId="ADAL" clId="{49E1EECD-BBC9-46E1-ADA4-975F8A4AFE85}" dt="2026-01-13T09:31:58.765" v="2864"/>
          <ac:spMkLst>
            <pc:docMk/>
            <pc:sldMk cId="0" sldId="263"/>
            <ac:spMk id="92" creationId="{73288444-1371-992A-DE36-B2368A2C1224}"/>
          </ac:spMkLst>
        </pc:spChg>
        <pc:spChg chg="mod">
          <ac:chgData name="Monik Bahubali Jain" userId="ef19a9c9-face-4306-9738-4304a695416e" providerId="ADAL" clId="{49E1EECD-BBC9-46E1-ADA4-975F8A4AFE85}" dt="2026-01-13T09:33:07.510" v="2878"/>
          <ac:spMkLst>
            <pc:docMk/>
            <pc:sldMk cId="0" sldId="263"/>
            <ac:spMk id="94" creationId="{395D31B8-54E1-4548-F614-B2A203A0ED29}"/>
          </ac:spMkLst>
        </pc:spChg>
        <pc:spChg chg="mod">
          <ac:chgData name="Monik Bahubali Jain" userId="ef19a9c9-face-4306-9738-4304a695416e" providerId="ADAL" clId="{49E1EECD-BBC9-46E1-ADA4-975F8A4AFE85}" dt="2026-01-13T09:33:07.510" v="2878"/>
          <ac:spMkLst>
            <pc:docMk/>
            <pc:sldMk cId="0" sldId="263"/>
            <ac:spMk id="95" creationId="{8B790A29-62D4-CC05-3C02-BACFA33B9FAE}"/>
          </ac:spMkLst>
        </pc:spChg>
        <pc:grpChg chg="add mod">
          <ac:chgData name="Monik Bahubali Jain" userId="ef19a9c9-face-4306-9738-4304a695416e" providerId="ADAL" clId="{49E1EECD-BBC9-46E1-ADA4-975F8A4AFE85}" dt="2026-01-13T08:12:32.817" v="2733" actId="1038"/>
          <ac:grpSpMkLst>
            <pc:docMk/>
            <pc:sldMk cId="0" sldId="263"/>
            <ac:grpSpMk id="9" creationId="{ABE0266C-34DD-B5DD-BDC5-6227511F894C}"/>
          </ac:grpSpMkLst>
        </pc:grpChg>
        <pc:grpChg chg="add mod">
          <ac:chgData name="Monik Bahubali Jain" userId="ef19a9c9-face-4306-9738-4304a695416e" providerId="ADAL" clId="{49E1EECD-BBC9-46E1-ADA4-975F8A4AFE85}" dt="2026-01-13T08:13:35.401" v="2753" actId="1076"/>
          <ac:grpSpMkLst>
            <pc:docMk/>
            <pc:sldMk cId="0" sldId="263"/>
            <ac:grpSpMk id="63" creationId="{5446FB79-D608-1FB3-DEC3-0F17CD4B7712}"/>
          </ac:grpSpMkLst>
        </pc:grpChg>
        <pc:grpChg chg="add mod">
          <ac:chgData name="Monik Bahubali Jain" userId="ef19a9c9-face-4306-9738-4304a695416e" providerId="ADAL" clId="{49E1EECD-BBC9-46E1-ADA4-975F8A4AFE85}" dt="2026-01-13T09:24:34.912" v="2777" actId="164"/>
          <ac:grpSpMkLst>
            <pc:docMk/>
            <pc:sldMk cId="0" sldId="263"/>
            <ac:grpSpMk id="64" creationId="{D38F4DEE-814C-AC20-17C3-0F18DC271643}"/>
          </ac:grpSpMkLst>
        </pc:grpChg>
        <pc:grpChg chg="add mod">
          <ac:chgData name="Monik Bahubali Jain" userId="ef19a9c9-face-4306-9738-4304a695416e" providerId="ADAL" clId="{49E1EECD-BBC9-46E1-ADA4-975F8A4AFE85}" dt="2026-01-13T09:24:44.239" v="2778" actId="1076"/>
          <ac:grpSpMkLst>
            <pc:docMk/>
            <pc:sldMk cId="0" sldId="263"/>
            <ac:grpSpMk id="69" creationId="{6B046DE0-146D-DBCA-763A-9DDA66D3F05B}"/>
          </ac:grpSpMkLst>
        </pc:grpChg>
        <pc:grpChg chg="add mod">
          <ac:chgData name="Monik Bahubali Jain" userId="ef19a9c9-face-4306-9738-4304a695416e" providerId="ADAL" clId="{49E1EECD-BBC9-46E1-ADA4-975F8A4AFE85}" dt="2026-01-13T09:25:01.612" v="2782" actId="1076"/>
          <ac:grpSpMkLst>
            <pc:docMk/>
            <pc:sldMk cId="0" sldId="263"/>
            <ac:grpSpMk id="70" creationId="{6D3D769C-AFC6-3613-9E02-A28E78B6BAFD}"/>
          </ac:grpSpMkLst>
        </pc:grpChg>
        <pc:grpChg chg="add del mod">
          <ac:chgData name="Monik Bahubali Jain" userId="ef19a9c9-face-4306-9738-4304a695416e" providerId="ADAL" clId="{49E1EECD-BBC9-46E1-ADA4-975F8A4AFE85}" dt="2026-01-13T09:27:37.610" v="2808" actId="478"/>
          <ac:grpSpMkLst>
            <pc:docMk/>
            <pc:sldMk cId="0" sldId="263"/>
            <ac:grpSpMk id="74" creationId="{812E2502-7E27-5920-9982-16A7174BB6BE}"/>
          </ac:grpSpMkLst>
        </pc:grpChg>
        <pc:grpChg chg="add mod">
          <ac:chgData name="Monik Bahubali Jain" userId="ef19a9c9-face-4306-9738-4304a695416e" providerId="ADAL" clId="{49E1EECD-BBC9-46E1-ADA4-975F8A4AFE85}" dt="2026-01-13T09:29:01.368" v="2827" actId="164"/>
          <ac:grpSpMkLst>
            <pc:docMk/>
            <pc:sldMk cId="0" sldId="263"/>
            <ac:grpSpMk id="78" creationId="{1EFDD7F2-5FAF-31F3-30EC-0ED11E2A65A7}"/>
          </ac:grpSpMkLst>
        </pc:grpChg>
        <pc:grpChg chg="add mod">
          <ac:chgData name="Monik Bahubali Jain" userId="ef19a9c9-face-4306-9738-4304a695416e" providerId="ADAL" clId="{49E1EECD-BBC9-46E1-ADA4-975F8A4AFE85}" dt="2026-01-13T09:29:01.368" v="2827" actId="164"/>
          <ac:grpSpMkLst>
            <pc:docMk/>
            <pc:sldMk cId="0" sldId="263"/>
            <ac:grpSpMk id="82" creationId="{5C4130B9-0508-C881-E15C-B5EAA0264321}"/>
          </ac:grpSpMkLst>
        </pc:grpChg>
        <pc:grpChg chg="add mod">
          <ac:chgData name="Monik Bahubali Jain" userId="ef19a9c9-face-4306-9738-4304a695416e" providerId="ADAL" clId="{49E1EECD-BBC9-46E1-ADA4-975F8A4AFE85}" dt="2026-01-13T09:29:25.111" v="2833" actId="1076"/>
          <ac:grpSpMkLst>
            <pc:docMk/>
            <pc:sldMk cId="0" sldId="263"/>
            <ac:grpSpMk id="83" creationId="{33CC617E-3765-F1AA-BF22-727DC4D597D0}"/>
          </ac:grpSpMkLst>
        </pc:grpChg>
        <pc:grpChg chg="add del mod">
          <ac:chgData name="Monik Bahubali Jain" userId="ef19a9c9-face-4306-9738-4304a695416e" providerId="ADAL" clId="{49E1EECD-BBC9-46E1-ADA4-975F8A4AFE85}" dt="2026-01-13T09:32:13.975" v="2866" actId="478"/>
          <ac:grpSpMkLst>
            <pc:docMk/>
            <pc:sldMk cId="0" sldId="263"/>
            <ac:grpSpMk id="88" creationId="{581EB89E-BFEE-6EE7-A0FF-1C67FFC8C8AC}"/>
          </ac:grpSpMkLst>
        </pc:grpChg>
        <pc:grpChg chg="mod topLvl">
          <ac:chgData name="Monik Bahubali Jain" userId="ef19a9c9-face-4306-9738-4304a695416e" providerId="ADAL" clId="{49E1EECD-BBC9-46E1-ADA4-975F8A4AFE85}" dt="2026-01-13T09:32:13.975" v="2866" actId="478"/>
          <ac:grpSpMkLst>
            <pc:docMk/>
            <pc:sldMk cId="0" sldId="263"/>
            <ac:grpSpMk id="89" creationId="{04F0C6C3-864D-ACFE-3B2E-A01A2DA7F3E0}"/>
          </ac:grpSpMkLst>
        </pc:grpChg>
        <pc:grpChg chg="add mod">
          <ac:chgData name="Monik Bahubali Jain" userId="ef19a9c9-face-4306-9738-4304a695416e" providerId="ADAL" clId="{49E1EECD-BBC9-46E1-ADA4-975F8A4AFE85}" dt="2026-01-13T09:33:20.707" v="2879" actId="1076"/>
          <ac:grpSpMkLst>
            <pc:docMk/>
            <pc:sldMk cId="0" sldId="263"/>
            <ac:grpSpMk id="93" creationId="{FE384ECC-25C4-0A3A-8F3A-EA7C6F8CA667}"/>
          </ac:grpSpMkLst>
        </pc:grpChg>
        <pc:picChg chg="add mod">
          <ac:chgData name="Monik Bahubali Jain" userId="ef19a9c9-face-4306-9738-4304a695416e" providerId="ADAL" clId="{49E1EECD-BBC9-46E1-ADA4-975F8A4AFE85}" dt="2026-01-13T08:03:09.718" v="2568"/>
          <ac:picMkLst>
            <pc:docMk/>
            <pc:sldMk cId="0" sldId="263"/>
            <ac:picMk id="4" creationId="{74DF7EDC-69BC-4BEC-86BD-41AC92B93B71}"/>
          </ac:picMkLst>
        </pc:picChg>
        <pc:picChg chg="mod">
          <ac:chgData name="Monik Bahubali Jain" userId="ef19a9c9-face-4306-9738-4304a695416e" providerId="ADAL" clId="{49E1EECD-BBC9-46E1-ADA4-975F8A4AFE85}" dt="2026-01-13T08:13:27.932" v="2752" actId="164"/>
          <ac:picMkLst>
            <pc:docMk/>
            <pc:sldMk cId="0" sldId="263"/>
            <ac:picMk id="14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8:09:43.459" v="2656" actId="207"/>
          <ac:picMkLst>
            <pc:docMk/>
            <pc:sldMk cId="0" sldId="263"/>
            <ac:picMk id="18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8:12:16.940" v="2722" actId="164"/>
          <ac:picMkLst>
            <pc:docMk/>
            <pc:sldMk cId="0" sldId="263"/>
            <ac:picMk id="21" creationId="{00000000-0000-0000-0000-000000000000}"/>
          </ac:picMkLst>
        </pc:picChg>
        <pc:picChg chg="del">
          <ac:chgData name="Monik Bahubali Jain" userId="ef19a9c9-face-4306-9738-4304a695416e" providerId="ADAL" clId="{49E1EECD-BBC9-46E1-ADA4-975F8A4AFE85}" dt="2026-01-13T09:24:26.561" v="2775" actId="478"/>
          <ac:picMkLst>
            <pc:docMk/>
            <pc:sldMk cId="0" sldId="263"/>
            <ac:picMk id="27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9:34:58.637" v="2897" actId="1076"/>
          <ac:picMkLst>
            <pc:docMk/>
            <pc:sldMk cId="0" sldId="263"/>
            <ac:picMk id="31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9:25:18.631" v="2786" actId="1076"/>
          <ac:picMkLst>
            <pc:docMk/>
            <pc:sldMk cId="0" sldId="263"/>
            <ac:picMk id="34" creationId="{00000000-0000-0000-0000-000000000000}"/>
          </ac:picMkLst>
        </pc:picChg>
        <pc:picChg chg="mod ord">
          <ac:chgData name="Monik Bahubali Jain" userId="ef19a9c9-face-4306-9738-4304a695416e" providerId="ADAL" clId="{49E1EECD-BBC9-46E1-ADA4-975F8A4AFE85}" dt="2026-01-13T09:29:01.368" v="2827" actId="164"/>
          <ac:picMkLst>
            <pc:docMk/>
            <pc:sldMk cId="0" sldId="263"/>
            <ac:picMk id="40" creationId="{00000000-0000-0000-0000-000000000000}"/>
          </ac:picMkLst>
        </pc:picChg>
        <pc:picChg chg="del">
          <ac:chgData name="Monik Bahubali Jain" userId="ef19a9c9-face-4306-9738-4304a695416e" providerId="ADAL" clId="{49E1EECD-BBC9-46E1-ADA4-975F8A4AFE85}" dt="2026-01-13T09:31:01.213" v="2856" actId="478"/>
          <ac:picMkLst>
            <pc:docMk/>
            <pc:sldMk cId="0" sldId="263"/>
            <ac:picMk id="44" creationId="{00000000-0000-0000-0000-000000000000}"/>
          </ac:picMkLst>
        </pc:picChg>
        <pc:picChg chg="mod ord">
          <ac:chgData name="Monik Bahubali Jain" userId="ef19a9c9-face-4306-9738-4304a695416e" providerId="ADAL" clId="{49E1EECD-BBC9-46E1-ADA4-975F8A4AFE85}" dt="2026-01-13T09:29:57.550" v="2839" actId="1076"/>
          <ac:picMkLst>
            <pc:docMk/>
            <pc:sldMk cId="0" sldId="263"/>
            <ac:picMk id="47" creationId="{00000000-0000-0000-0000-000000000000}"/>
          </ac:picMkLst>
        </pc:picChg>
        <pc:picChg chg="mod ord">
          <ac:chgData name="Monik Bahubali Jain" userId="ef19a9c9-face-4306-9738-4304a695416e" providerId="ADAL" clId="{49E1EECD-BBC9-46E1-ADA4-975F8A4AFE85}" dt="2026-01-13T09:32:36.560" v="2871" actId="1037"/>
          <ac:picMkLst>
            <pc:docMk/>
            <pc:sldMk cId="0" sldId="263"/>
            <ac:picMk id="53" creationId="{00000000-0000-0000-0000-000000000000}"/>
          </ac:picMkLst>
        </pc:picChg>
        <pc:picChg chg="del">
          <ac:chgData name="Monik Bahubali Jain" userId="ef19a9c9-face-4306-9738-4304a695416e" providerId="ADAL" clId="{49E1EECD-BBC9-46E1-ADA4-975F8A4AFE85}" dt="2026-01-13T09:31:33.185" v="2859" actId="478"/>
          <ac:picMkLst>
            <pc:docMk/>
            <pc:sldMk cId="0" sldId="263"/>
            <ac:picMk id="57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9:33:26.572" v="2880" actId="1076"/>
          <ac:picMkLst>
            <pc:docMk/>
            <pc:sldMk cId="0" sldId="263"/>
            <ac:picMk id="60" creationId="{00000000-0000-0000-0000-000000000000}"/>
          </ac:picMkLst>
        </pc:picChg>
        <pc:picChg chg="del mod">
          <ac:chgData name="Monik Bahubali Jain" userId="ef19a9c9-face-4306-9738-4304a695416e" providerId="ADAL" clId="{49E1EECD-BBC9-46E1-ADA4-975F8A4AFE85}" dt="2026-01-13T09:24:00.428" v="2767" actId="478"/>
          <ac:picMkLst>
            <pc:docMk/>
            <pc:sldMk cId="0" sldId="263"/>
            <ac:picMk id="66" creationId="{E9981865-2500-5013-7223-3999D76541D2}"/>
          </ac:picMkLst>
        </pc:picChg>
        <pc:picChg chg="add mod">
          <ac:chgData name="Monik Bahubali Jain" userId="ef19a9c9-face-4306-9738-4304a695416e" providerId="ADAL" clId="{49E1EECD-BBC9-46E1-ADA4-975F8A4AFE85}" dt="2026-01-13T09:24:34.912" v="2777" actId="164"/>
          <ac:picMkLst>
            <pc:docMk/>
            <pc:sldMk cId="0" sldId="263"/>
            <ac:picMk id="68" creationId="{FF4A1148-5114-9D66-9F07-8BB8F9C33E8C}"/>
          </ac:picMkLst>
        </pc:picChg>
        <pc:picChg chg="del mod">
          <ac:chgData name="Monik Bahubali Jain" userId="ef19a9c9-face-4306-9738-4304a695416e" providerId="ADAL" clId="{49E1EECD-BBC9-46E1-ADA4-975F8A4AFE85}" dt="2026-01-13T09:25:11.610" v="2785" actId="478"/>
          <ac:picMkLst>
            <pc:docMk/>
            <pc:sldMk cId="0" sldId="263"/>
            <ac:picMk id="73" creationId="{76366191-FB4C-2DFE-E340-5190590C2453}"/>
          </ac:picMkLst>
        </pc:picChg>
        <pc:picChg chg="del mod">
          <ac:chgData name="Monik Bahubali Jain" userId="ef19a9c9-face-4306-9738-4304a695416e" providerId="ADAL" clId="{49E1EECD-BBC9-46E1-ADA4-975F8A4AFE85}" dt="2026-01-13T09:26:45.047" v="2802" actId="478"/>
          <ac:picMkLst>
            <pc:docMk/>
            <pc:sldMk cId="0" sldId="263"/>
            <ac:picMk id="76" creationId="{619F919C-6B7C-B641-7D82-3D92D86EFA58}"/>
          </ac:picMkLst>
        </pc:picChg>
        <pc:picChg chg="del mod">
          <ac:chgData name="Monik Bahubali Jain" userId="ef19a9c9-face-4306-9738-4304a695416e" providerId="ADAL" clId="{49E1EECD-BBC9-46E1-ADA4-975F8A4AFE85}" dt="2026-01-13T09:28:08.651" v="2815" actId="478"/>
          <ac:picMkLst>
            <pc:docMk/>
            <pc:sldMk cId="0" sldId="263"/>
            <ac:picMk id="80" creationId="{D22062F7-256C-FB73-6DBF-B8BE8F9C825E}"/>
          </ac:picMkLst>
        </pc:picChg>
        <pc:picChg chg="del mod">
          <ac:chgData name="Monik Bahubali Jain" userId="ef19a9c9-face-4306-9738-4304a695416e" providerId="ADAL" clId="{49E1EECD-BBC9-46E1-ADA4-975F8A4AFE85}" dt="2026-01-13T09:29:27.916" v="2834" actId="478"/>
          <ac:picMkLst>
            <pc:docMk/>
            <pc:sldMk cId="0" sldId="263"/>
            <ac:picMk id="86" creationId="{C12F074E-B803-51CF-328D-D6D405084DB3}"/>
          </ac:picMkLst>
        </pc:picChg>
        <pc:picChg chg="add mod">
          <ac:chgData name="Monik Bahubali Jain" userId="ef19a9c9-face-4306-9738-4304a695416e" providerId="ADAL" clId="{49E1EECD-BBC9-46E1-ADA4-975F8A4AFE85}" dt="2026-01-13T09:31:10.604" v="2857" actId="1076"/>
          <ac:picMkLst>
            <pc:docMk/>
            <pc:sldMk cId="0" sldId="263"/>
            <ac:picMk id="87" creationId="{199E72BC-327E-4FA5-E063-85495B105BC1}"/>
          </ac:picMkLst>
        </pc:picChg>
        <pc:picChg chg="del mod topLvl">
          <ac:chgData name="Monik Bahubali Jain" userId="ef19a9c9-face-4306-9738-4304a695416e" providerId="ADAL" clId="{49E1EECD-BBC9-46E1-ADA4-975F8A4AFE85}" dt="2026-01-13T09:32:13.975" v="2866" actId="478"/>
          <ac:picMkLst>
            <pc:docMk/>
            <pc:sldMk cId="0" sldId="263"/>
            <ac:picMk id="90" creationId="{0749E484-3C20-CEA2-423D-8E8313BE1E98}"/>
          </ac:picMkLst>
        </pc:picChg>
        <pc:picChg chg="add mod">
          <ac:chgData name="Monik Bahubali Jain" userId="ef19a9c9-face-4306-9738-4304a695416e" providerId="ADAL" clId="{49E1EECD-BBC9-46E1-ADA4-975F8A4AFE85}" dt="2026-01-13T09:35:08.358" v="2899" actId="1076"/>
          <ac:picMkLst>
            <pc:docMk/>
            <pc:sldMk cId="0" sldId="263"/>
            <ac:picMk id="96" creationId="{E0FCC2CD-7B5A-F013-B515-173E3D3D7179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10:23:00.966" v="3295" actId="207"/>
        <pc:sldMkLst>
          <pc:docMk/>
          <pc:sldMk cId="0" sldId="264"/>
        </pc:sldMkLst>
        <pc:spChg chg="del mod">
          <ac:chgData name="Monik Bahubali Jain" userId="ef19a9c9-face-4306-9738-4304a695416e" providerId="ADAL" clId="{49E1EECD-BBC9-46E1-ADA4-975F8A4AFE85}" dt="2026-01-13T09:35:27.101" v="2901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9:35:22.083" v="2900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56:27.252" v="396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23:00.966" v="3295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6:18.737" v="2916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36:34.240" v="2919" actId="1076"/>
          <ac:spMkLst>
            <pc:docMk/>
            <pc:sldMk cId="0" sldId="264"/>
            <ac:spMk id="7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56:30.838" v="397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56:27.252" v="396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09:35:35.210" v="2902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52:44.692" v="3281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3:12.274" v="3139" actId="14100"/>
          <ac:spMkLst>
            <pc:docMk/>
            <pc:sldMk cId="0" sldId="264"/>
            <ac:spMk id="13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9:43:40.003" v="3145" actId="208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5:30.545" v="3179" actId="1410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0:43.455" v="3098" actId="14100"/>
          <ac:spMkLst>
            <pc:docMk/>
            <pc:sldMk cId="0" sldId="264"/>
            <ac:spMk id="16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9:47:40.542" v="3218" actId="1038"/>
          <ac:spMkLst>
            <pc:docMk/>
            <pc:sldMk cId="0" sldId="264"/>
            <ac:spMk id="17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9:47:32.245" v="3213" actId="1037"/>
          <ac:spMkLst>
            <pc:docMk/>
            <pc:sldMk cId="0" sldId="264"/>
            <ac:spMk id="18" creationId="{00000000-0000-0000-0000-000000000000}"/>
          </ac:spMkLst>
        </pc:spChg>
        <pc:spChg chg="mod ord">
          <ac:chgData name="Monik Bahubali Jain" userId="ef19a9c9-face-4306-9738-4304a695416e" providerId="ADAL" clId="{49E1EECD-BBC9-46E1-ADA4-975F8A4AFE85}" dt="2026-01-13T09:43:42.705" v="3146" actId="208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1:59.411" v="3121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1:29.173" v="3113" actId="108"/>
          <ac:spMkLst>
            <pc:docMk/>
            <pc:sldMk cId="0" sldId="264"/>
            <ac:spMk id="2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7:49.569" v="3220" actId="1410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7:19.637" v="3204" actId="103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21:19.322" v="3284" actId="20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51:37.284" v="3262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5:38.656" v="3180" actId="208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5:07.678" v="3176" actId="103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6:12.892" v="3186" actId="107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6:25.425" v="3189" actId="14100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7:03.898" v="3198" actId="403"/>
          <ac:spMkLst>
            <pc:docMk/>
            <pc:sldMk cId="0" sldId="264"/>
            <ac:spMk id="3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8:51.822" v="3230" actId="14100"/>
          <ac:spMkLst>
            <pc:docMk/>
            <pc:sldMk cId="0" sldId="264"/>
            <ac:spMk id="3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8:09.442" v="3223" actId="14100"/>
          <ac:spMkLst>
            <pc:docMk/>
            <pc:sldMk cId="0" sldId="264"/>
            <ac:spMk id="3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8:40.889" v="3228" actId="14100"/>
          <ac:spMkLst>
            <pc:docMk/>
            <pc:sldMk cId="0" sldId="264"/>
            <ac:spMk id="3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9:39.507" v="3237" actId="122"/>
          <ac:spMkLst>
            <pc:docMk/>
            <pc:sldMk cId="0" sldId="264"/>
            <ac:spMk id="3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49:53.914" v="3245" actId="103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21:23.395" v="3285" actId="207"/>
          <ac:spMkLst>
            <pc:docMk/>
            <pc:sldMk cId="0" sldId="264"/>
            <ac:spMk id="3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51:06.258" v="3256" actId="208"/>
          <ac:spMkLst>
            <pc:docMk/>
            <pc:sldMk cId="0" sldId="264"/>
            <ac:spMk id="3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9:52:20.881" v="3276" actId="404"/>
          <ac:spMkLst>
            <pc:docMk/>
            <pc:sldMk cId="0" sldId="264"/>
            <ac:spMk id="39" creationId="{00000000-0000-0000-0000-000000000000}"/>
          </ac:spMkLst>
        </pc:spChg>
        <pc:picChg chg="add mod">
          <ac:chgData name="Monik Bahubali Jain" userId="ef19a9c9-face-4306-9738-4304a695416e" providerId="ADAL" clId="{49E1EECD-BBC9-46E1-ADA4-975F8A4AFE85}" dt="2026-01-13T09:35:40.336" v="2903"/>
          <ac:picMkLst>
            <pc:docMk/>
            <pc:sldMk cId="0" sldId="264"/>
            <ac:picMk id="4" creationId="{5A3E64CE-D123-3DBB-C3FB-8E18D3B5AE0D}"/>
          </ac:picMkLst>
        </pc:picChg>
        <pc:picChg chg="mod">
          <ac:chgData name="Monik Bahubali Jain" userId="ef19a9c9-face-4306-9738-4304a695416e" providerId="ADAL" clId="{49E1EECD-BBC9-46E1-ADA4-975F8A4AFE85}" dt="2026-01-13T09:43:15.155" v="3143" actId="1036"/>
          <ac:picMkLst>
            <pc:docMk/>
            <pc:sldMk cId="0" sldId="264"/>
            <ac:picMk id="12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09:51:35.189" v="3261" actId="1076"/>
          <ac:picMkLst>
            <pc:docMk/>
            <pc:sldMk cId="0" sldId="264"/>
            <ac:picMk id="25" creationId="{00000000-0000-0000-0000-000000000000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10:49:14.231" v="3757" actId="1036"/>
        <pc:sldMkLst>
          <pc:docMk/>
          <pc:sldMk cId="0" sldId="265"/>
        </pc:sldMkLst>
        <pc:spChg chg="del mod">
          <ac:chgData name="Monik Bahubali Jain" userId="ef19a9c9-face-4306-9738-4304a695416e" providerId="ADAL" clId="{49E1EECD-BBC9-46E1-ADA4-975F8A4AFE85}" dt="2026-01-13T10:22:21.626" v="3286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10:22:24.731" v="3287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1:09.513" v="292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22:57.598" v="3294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9:14.231" v="3757" actId="1036"/>
          <ac:spMkLst>
            <pc:docMk/>
            <pc:sldMk cId="0" sldId="265"/>
            <ac:spMk id="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9:14.231" v="3757" actId="1036"/>
          <ac:spMkLst>
            <pc:docMk/>
            <pc:sldMk cId="0" sldId="265"/>
            <ac:spMk id="8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1:09.513" v="292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1:09.513" v="292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1:17.501" v="294" actId="478"/>
          <ac:spMkLst>
            <pc:docMk/>
            <pc:sldMk cId="0" sldId="265"/>
            <ac:spMk id="11" creationId="{00000000-0000-0000-0000-000000000000}"/>
          </ac:spMkLst>
        </pc:spChg>
        <pc:spChg chg="add del mod ord">
          <ac:chgData name="Monik Bahubali Jain" userId="ef19a9c9-face-4306-9738-4304a695416e" providerId="ADAL" clId="{49E1EECD-BBC9-46E1-ADA4-975F8A4AFE85}" dt="2026-01-13T10:34:34.803" v="3473" actId="478"/>
          <ac:spMkLst>
            <pc:docMk/>
            <pc:sldMk cId="0" sldId="265"/>
            <ac:spMk id="11" creationId="{EE0FBBEE-05B9-FFF5-4A40-ACF7BF5BA5EB}"/>
          </ac:spMkLst>
        </pc:spChg>
        <pc:spChg chg="mod ord">
          <ac:chgData name="Monik Bahubali Jain" userId="ef19a9c9-face-4306-9738-4304a695416e" providerId="ADAL" clId="{49E1EECD-BBC9-46E1-ADA4-975F8A4AFE85}" dt="2026-01-13T10:38:26.765" v="3607" actId="20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4:05.966" v="3421" actId="20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2:22.638" v="3404" actId="20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6:28.147" v="3581" actId="20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6:33.067" v="3582" actId="20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7:47.266" v="3596" actId="1038"/>
          <ac:spMkLst>
            <pc:docMk/>
            <pc:sldMk cId="0" sldId="265"/>
            <ac:spMk id="1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8:06.169" v="3606" actId="103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7:47.266" v="3596" actId="1038"/>
          <ac:spMkLst>
            <pc:docMk/>
            <pc:sldMk cId="0" sldId="265"/>
            <ac:spMk id="22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7:53.394" v="3600" actId="1035"/>
          <ac:spMkLst>
            <pc:docMk/>
            <pc:sldMk cId="0" sldId="265"/>
            <ac:spMk id="24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10:30:09.586" v="3378" actId="478"/>
          <ac:spMkLst>
            <pc:docMk/>
            <pc:sldMk cId="0" sldId="265"/>
            <ac:spMk id="2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0:47.050" v="3637" actId="20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8:36.605" v="3609" actId="108"/>
          <ac:spMkLst>
            <pc:docMk/>
            <pc:sldMk cId="0" sldId="265"/>
            <ac:spMk id="2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0:57.898" v="3392" actId="14100"/>
          <ac:spMkLst>
            <pc:docMk/>
            <pc:sldMk cId="0" sldId="265"/>
            <ac:spMk id="2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1:37.302" v="3397" actId="107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0:36.538" v="3634" actId="103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0:01.630" v="3623" actId="1076"/>
          <ac:spMkLst>
            <pc:docMk/>
            <pc:sldMk cId="0" sldId="265"/>
            <ac:spMk id="3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39:50.877" v="3622" actId="107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0:26.856" v="3630" actId="1076"/>
          <ac:spMkLst>
            <pc:docMk/>
            <pc:sldMk cId="0" sldId="265"/>
            <ac:spMk id="3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6:57.082" v="3711" actId="14100"/>
          <ac:spMkLst>
            <pc:docMk/>
            <pc:sldMk cId="0" sldId="265"/>
            <ac:spMk id="3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6:13.862" v="3698" actId="1076"/>
          <ac:spMkLst>
            <pc:docMk/>
            <pc:sldMk cId="0" sldId="265"/>
            <ac:spMk id="4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6:23.533" v="3702" actId="1038"/>
          <ac:spMkLst>
            <pc:docMk/>
            <pc:sldMk cId="0" sldId="265"/>
            <ac:spMk id="4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4:29.025" v="3676" actId="1076"/>
          <ac:spMkLst>
            <pc:docMk/>
            <pc:sldMk cId="0" sldId="265"/>
            <ac:spMk id="4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8:29.324" v="3744" actId="1038"/>
          <ac:spMkLst>
            <pc:docMk/>
            <pc:sldMk cId="0" sldId="265"/>
            <ac:spMk id="4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8:29.324" v="3744" actId="1038"/>
          <ac:spMkLst>
            <pc:docMk/>
            <pc:sldMk cId="0" sldId="265"/>
            <ac:spMk id="4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8:29.324" v="3744" actId="1038"/>
          <ac:spMkLst>
            <pc:docMk/>
            <pc:sldMk cId="0" sldId="265"/>
            <ac:spMk id="50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10:46:32.941" v="3703" actId="478"/>
          <ac:spMkLst>
            <pc:docMk/>
            <pc:sldMk cId="0" sldId="265"/>
            <ac:spMk id="51" creationId="{00000000-0000-0000-0000-000000000000}"/>
          </ac:spMkLst>
        </pc:spChg>
        <pc:spChg chg="add mod ord">
          <ac:chgData name="Monik Bahubali Jain" userId="ef19a9c9-face-4306-9738-4304a695416e" providerId="ADAL" clId="{49E1EECD-BBC9-46E1-ADA4-975F8A4AFE85}" dt="2026-01-13T10:43:38.788" v="3638" actId="167"/>
          <ac:spMkLst>
            <pc:docMk/>
            <pc:sldMk cId="0" sldId="265"/>
            <ac:spMk id="54" creationId="{845636B6-E7CF-D805-31B1-5E46C4B71C29}"/>
          </ac:spMkLst>
        </pc:spChg>
        <pc:spChg chg="add mod">
          <ac:chgData name="Monik Bahubali Jain" userId="ef19a9c9-face-4306-9738-4304a695416e" providerId="ADAL" clId="{49E1EECD-BBC9-46E1-ADA4-975F8A4AFE85}" dt="2026-01-13T10:46:49.651" v="3710" actId="1038"/>
          <ac:spMkLst>
            <pc:docMk/>
            <pc:sldMk cId="0" sldId="265"/>
            <ac:spMk id="57" creationId="{D0066A32-FF5D-8DA3-B4B7-08DB7E09D969}"/>
          </ac:spMkLst>
        </pc:spChg>
        <pc:picChg chg="mod">
          <ac:chgData name="Monik Bahubali Jain" userId="ef19a9c9-face-4306-9738-4304a695416e" providerId="ADAL" clId="{49E1EECD-BBC9-46E1-ADA4-975F8A4AFE85}" dt="2026-01-13T10:24:17.203" v="3305" actId="208"/>
          <ac:picMkLst>
            <pc:docMk/>
            <pc:sldMk cId="0" sldId="265"/>
            <ac:picMk id="4" creationId="{00000000-0000-0000-0000-000000000000}"/>
          </ac:picMkLst>
        </pc:picChg>
        <pc:picChg chg="add mod">
          <ac:chgData name="Monik Bahubali Jain" userId="ef19a9c9-face-4306-9738-4304a695416e" providerId="ADAL" clId="{49E1EECD-BBC9-46E1-ADA4-975F8A4AFE85}" dt="2026-01-13T10:22:32.955" v="3288"/>
          <ac:picMkLst>
            <pc:docMk/>
            <pc:sldMk cId="0" sldId="265"/>
            <ac:picMk id="5" creationId="{A19B366E-B380-74D5-C107-A348C8E6EEDF}"/>
          </ac:picMkLst>
        </pc:picChg>
        <pc:picChg chg="add del mod">
          <ac:chgData name="Monik Bahubali Jain" userId="ef19a9c9-face-4306-9738-4304a695416e" providerId="ADAL" clId="{49E1EECD-BBC9-46E1-ADA4-975F8A4AFE85}" dt="2026-01-13T10:33:06.912" v="3411" actId="478"/>
          <ac:picMkLst>
            <pc:docMk/>
            <pc:sldMk cId="0" sldId="265"/>
            <ac:picMk id="9" creationId="{66C1C6A6-53CD-AE36-5711-B675B2ED0962}"/>
          </ac:picMkLst>
        </pc:picChg>
        <pc:picChg chg="add del mod">
          <ac:chgData name="Monik Bahubali Jain" userId="ef19a9c9-face-4306-9738-4304a695416e" providerId="ADAL" clId="{49E1EECD-BBC9-46E1-ADA4-975F8A4AFE85}" dt="2026-01-13T10:33:05.906" v="3410" actId="478"/>
          <ac:picMkLst>
            <pc:docMk/>
            <pc:sldMk cId="0" sldId="265"/>
            <ac:picMk id="10" creationId="{3F3A32AF-C269-3EB2-1B65-1F7F2FAB6C15}"/>
          </ac:picMkLst>
        </pc:picChg>
        <pc:picChg chg="del mod ord">
          <ac:chgData name="Monik Bahubali Jain" userId="ef19a9c9-face-4306-9738-4304a695416e" providerId="ADAL" clId="{49E1EECD-BBC9-46E1-ADA4-975F8A4AFE85}" dt="2026-01-13T10:33:05.906" v="3410" actId="478"/>
          <ac:picMkLst>
            <pc:docMk/>
            <pc:sldMk cId="0" sldId="265"/>
            <ac:picMk id="19" creationId="{00000000-0000-0000-0000-000000000000}"/>
          </ac:picMkLst>
        </pc:picChg>
        <pc:picChg chg="del mod">
          <ac:chgData name="Monik Bahubali Jain" userId="ef19a9c9-face-4306-9738-4304a695416e" providerId="ADAL" clId="{49E1EECD-BBC9-46E1-ADA4-975F8A4AFE85}" dt="2026-01-13T10:27:55.284" v="3345" actId="478"/>
          <ac:picMkLst>
            <pc:docMk/>
            <pc:sldMk cId="0" sldId="265"/>
            <ac:picMk id="21" creationId="{00000000-0000-0000-0000-000000000000}"/>
          </ac:picMkLst>
        </pc:picChg>
        <pc:picChg chg="del">
          <ac:chgData name="Monik Bahubali Jain" userId="ef19a9c9-face-4306-9738-4304a695416e" providerId="ADAL" clId="{49E1EECD-BBC9-46E1-ADA4-975F8A4AFE85}" dt="2026-01-13T10:27:56.686" v="3346" actId="478"/>
          <ac:picMkLst>
            <pc:docMk/>
            <pc:sldMk cId="0" sldId="265"/>
            <ac:picMk id="23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10:31:50.806" v="3399" actId="1076"/>
          <ac:picMkLst>
            <pc:docMk/>
            <pc:sldMk cId="0" sldId="265"/>
            <ac:picMk id="28" creationId="{00000000-0000-0000-0000-000000000000}"/>
          </ac:picMkLst>
        </pc:picChg>
        <pc:picChg chg="mod ord">
          <ac:chgData name="Monik Bahubali Jain" userId="ef19a9c9-face-4306-9738-4304a695416e" providerId="ADAL" clId="{49E1EECD-BBC9-46E1-ADA4-975F8A4AFE85}" dt="2026-01-13T10:39:13.139" v="3614" actId="166"/>
          <ac:picMkLst>
            <pc:docMk/>
            <pc:sldMk cId="0" sldId="265"/>
            <ac:picMk id="32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10:40:10.097" v="3625" actId="1076"/>
          <ac:picMkLst>
            <pc:docMk/>
            <pc:sldMk cId="0" sldId="265"/>
            <ac:picMk id="34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10:40:06.366" v="3624" actId="1076"/>
          <ac:picMkLst>
            <pc:docMk/>
            <pc:sldMk cId="0" sldId="265"/>
            <ac:picMk id="36" creationId="{00000000-0000-0000-0000-000000000000}"/>
          </ac:picMkLst>
        </pc:picChg>
        <pc:picChg chg="mod">
          <ac:chgData name="Monik Bahubali Jain" userId="ef19a9c9-face-4306-9738-4304a695416e" providerId="ADAL" clId="{49E1EECD-BBC9-46E1-ADA4-975F8A4AFE85}" dt="2026-01-13T10:48:04.969" v="3727" actId="1076"/>
          <ac:picMkLst>
            <pc:docMk/>
            <pc:sldMk cId="0" sldId="265"/>
            <ac:picMk id="42" creationId="{00000000-0000-0000-0000-000000000000}"/>
          </ac:picMkLst>
        </pc:picChg>
        <pc:picChg chg="del">
          <ac:chgData name="Monik Bahubali Jain" userId="ef19a9c9-face-4306-9738-4304a695416e" providerId="ADAL" clId="{49E1EECD-BBC9-46E1-ADA4-975F8A4AFE85}" dt="2026-01-13T10:48:08.142" v="3729" actId="478"/>
          <ac:picMkLst>
            <pc:docMk/>
            <pc:sldMk cId="0" sldId="265"/>
            <ac:picMk id="43" creationId="{00000000-0000-0000-0000-000000000000}"/>
          </ac:picMkLst>
        </pc:picChg>
        <pc:picChg chg="del">
          <ac:chgData name="Monik Bahubali Jain" userId="ef19a9c9-face-4306-9738-4304a695416e" providerId="ADAL" clId="{49E1EECD-BBC9-46E1-ADA4-975F8A4AFE85}" dt="2026-01-13T10:48:07.213" v="3728" actId="478"/>
          <ac:picMkLst>
            <pc:docMk/>
            <pc:sldMk cId="0" sldId="265"/>
            <ac:picMk id="44" creationId="{00000000-0000-0000-0000-000000000000}"/>
          </ac:picMkLst>
        </pc:picChg>
        <pc:picChg chg="add mod">
          <ac:chgData name="Monik Bahubali Jain" userId="ef19a9c9-face-4306-9738-4304a695416e" providerId="ADAL" clId="{49E1EECD-BBC9-46E1-ADA4-975F8A4AFE85}" dt="2026-01-13T10:33:59.420" v="3420" actId="207"/>
          <ac:picMkLst>
            <pc:docMk/>
            <pc:sldMk cId="0" sldId="265"/>
            <ac:picMk id="53" creationId="{717592EC-F30F-45CF-B1FE-077B3A08831B}"/>
          </ac:picMkLst>
        </pc:picChg>
        <pc:picChg chg="add mod">
          <ac:chgData name="Monik Bahubali Jain" userId="ef19a9c9-face-4306-9738-4304a695416e" providerId="ADAL" clId="{49E1EECD-BBC9-46E1-ADA4-975F8A4AFE85}" dt="2026-01-13T10:37:22.100" v="3588" actId="1076"/>
          <ac:picMkLst>
            <pc:docMk/>
            <pc:sldMk cId="0" sldId="265"/>
            <ac:picMk id="55" creationId="{DB82EAA0-D389-344D-785E-BBA44D48BCD6}"/>
          </ac:picMkLst>
        </pc:picChg>
        <pc:picChg chg="add mod">
          <ac:chgData name="Monik Bahubali Jain" userId="ef19a9c9-face-4306-9738-4304a695416e" providerId="ADAL" clId="{49E1EECD-BBC9-46E1-ADA4-975F8A4AFE85}" dt="2026-01-13T10:37:59.111" v="3601" actId="1038"/>
          <ac:picMkLst>
            <pc:docMk/>
            <pc:sldMk cId="0" sldId="265"/>
            <ac:picMk id="56" creationId="{B113BF1E-49B4-F88C-C6E6-EF99E01FE399}"/>
          </ac:picMkLst>
        </pc:picChg>
        <pc:picChg chg="add mod">
          <ac:chgData name="Monik Bahubali Jain" userId="ef19a9c9-face-4306-9738-4304a695416e" providerId="ADAL" clId="{49E1EECD-BBC9-46E1-ADA4-975F8A4AFE85}" dt="2026-01-13T10:48:16.371" v="3731" actId="1076"/>
          <ac:picMkLst>
            <pc:docMk/>
            <pc:sldMk cId="0" sldId="265"/>
            <ac:picMk id="58" creationId="{CC241395-70FD-3E1B-8759-C624EF1320FF}"/>
          </ac:picMkLst>
        </pc:picChg>
        <pc:picChg chg="add mod">
          <ac:chgData name="Monik Bahubali Jain" userId="ef19a9c9-face-4306-9738-4304a695416e" providerId="ADAL" clId="{49E1EECD-BBC9-46E1-ADA4-975F8A4AFE85}" dt="2026-01-13T10:48:21.961" v="3733" actId="1076"/>
          <ac:picMkLst>
            <pc:docMk/>
            <pc:sldMk cId="0" sldId="265"/>
            <ac:picMk id="59" creationId="{0EBBA6F1-0943-695E-3907-9F62C7B19B3A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10:58:30.352" v="3935"/>
        <pc:sldMkLst>
          <pc:docMk/>
          <pc:sldMk cId="0" sldId="266"/>
        </pc:sldMkLst>
        <pc:spChg chg="del mod">
          <ac:chgData name="Monik Bahubali Jain" userId="ef19a9c9-face-4306-9738-4304a695416e" providerId="ADAL" clId="{49E1EECD-BBC9-46E1-ADA4-975F8A4AFE85}" dt="2026-01-13T10:20:31.647" v="3283" actId="478"/>
          <ac:spMkLst>
            <pc:docMk/>
            <pc:sldMk cId="0" sldId="266"/>
            <ac:spMk id="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3T10:48:40.620" v="3745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3:09.237" v="3854" actId="207"/>
          <ac:spMkLst>
            <pc:docMk/>
            <pc:sldMk cId="0" sldId="266"/>
            <ac:spMk id="4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5:57.865" v="3905" actId="10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3:16.155" v="3855" actId="108"/>
          <ac:spMkLst>
            <pc:docMk/>
            <pc:sldMk cId="0" sldId="266"/>
            <ac:spMk id="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5:51.851" v="3902" actId="1038"/>
          <ac:spMkLst>
            <pc:docMk/>
            <pc:sldMk cId="0" sldId="266"/>
            <ac:spMk id="8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3:18.587" v="3856" actId="10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5:51.851" v="3902" actId="1038"/>
          <ac:spMkLst>
            <pc:docMk/>
            <pc:sldMk cId="0" sldId="266"/>
            <ac:spMk id="11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3:20.565" v="3857" actId="108"/>
          <ac:spMkLst>
            <pc:docMk/>
            <pc:sldMk cId="0" sldId="266"/>
            <ac:spMk id="1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5:51.851" v="3902" actId="1038"/>
          <ac:spMkLst>
            <pc:docMk/>
            <pc:sldMk cId="0" sldId="266"/>
            <ac:spMk id="1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3:22.478" v="3858" actId="108"/>
          <ac:spMkLst>
            <pc:docMk/>
            <pc:sldMk cId="0" sldId="266"/>
            <ac:spMk id="1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5:51.851" v="3902" actId="1038"/>
          <ac:spMkLst>
            <pc:docMk/>
            <pc:sldMk cId="0" sldId="266"/>
            <ac:spMk id="17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3:25.621" v="3859" actId="108"/>
          <ac:spMkLst>
            <pc:docMk/>
            <pc:sldMk cId="0" sldId="266"/>
            <ac:spMk id="1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5:51.851" v="3902" actId="1038"/>
          <ac:spMkLst>
            <pc:docMk/>
            <pc:sldMk cId="0" sldId="266"/>
            <ac:spMk id="20" creationId="{00000000-0000-0000-0000-000000000000}"/>
          </ac:spMkLst>
        </pc:spChg>
        <pc:spChg chg="mod ord topLvl">
          <ac:chgData name="Monik Bahubali Jain" userId="ef19a9c9-face-4306-9738-4304a695416e" providerId="ADAL" clId="{49E1EECD-BBC9-46E1-ADA4-975F8A4AFE85}" dt="2026-01-13T10:56:41.168" v="3910" actId="167"/>
          <ac:spMkLst>
            <pc:docMk/>
            <pc:sldMk cId="0" sldId="266"/>
            <ac:spMk id="2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1:31.566" v="298" actId="478"/>
          <ac:spMkLst>
            <pc:docMk/>
            <pc:sldMk cId="0" sldId="266"/>
            <ac:spMk id="2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9:05.061" v="3750"/>
          <ac:spMkLst>
            <pc:docMk/>
            <pc:sldMk cId="0" sldId="266"/>
            <ac:spMk id="2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49:22.322" v="3759" actId="1410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0:32.075" v="3789" actId="1035"/>
          <ac:spMkLst>
            <pc:docMk/>
            <pc:sldMk cId="0" sldId="266"/>
            <ac:spMk id="2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3:59.810" v="3868" actId="40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4:06.631" v="3871" actId="14100"/>
          <ac:spMkLst>
            <pc:docMk/>
            <pc:sldMk cId="0" sldId="266"/>
            <ac:spMk id="2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4:51.421" v="3884"/>
          <ac:spMkLst>
            <pc:docMk/>
            <pc:sldMk cId="0" sldId="266"/>
            <ac:spMk id="30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4:14.329" v="3873" actId="14100"/>
          <ac:spMkLst>
            <pc:docMk/>
            <pc:sldMk cId="0" sldId="266"/>
            <ac:spMk id="31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5:20.996" v="3889" actId="403"/>
          <ac:spMkLst>
            <pc:docMk/>
            <pc:sldMk cId="0" sldId="266"/>
            <ac:spMk id="32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4:20.174" v="3875" actId="14100"/>
          <ac:spMkLst>
            <pc:docMk/>
            <pc:sldMk cId="0" sldId="266"/>
            <ac:spMk id="3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5:20.996" v="3889" actId="403"/>
          <ac:spMkLst>
            <pc:docMk/>
            <pc:sldMk cId="0" sldId="266"/>
            <ac:spMk id="34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4:25.975" v="3877" actId="14100"/>
          <ac:spMkLst>
            <pc:docMk/>
            <pc:sldMk cId="0" sldId="266"/>
            <ac:spMk id="3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5:20.996" v="3889" actId="403"/>
          <ac:spMkLst>
            <pc:docMk/>
            <pc:sldMk cId="0" sldId="266"/>
            <ac:spMk id="36" creationId="{00000000-0000-0000-0000-000000000000}"/>
          </ac:spMkLst>
        </pc:spChg>
        <pc:spChg chg="mod topLvl">
          <ac:chgData name="Monik Bahubali Jain" userId="ef19a9c9-face-4306-9738-4304a695416e" providerId="ADAL" clId="{49E1EECD-BBC9-46E1-ADA4-975F8A4AFE85}" dt="2026-01-13T10:54:39.400" v="3881" actId="14100"/>
          <ac:spMkLst>
            <pc:docMk/>
            <pc:sldMk cId="0" sldId="266"/>
            <ac:spMk id="37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5:20.996" v="3889" actId="403"/>
          <ac:spMkLst>
            <pc:docMk/>
            <pc:sldMk cId="0" sldId="266"/>
            <ac:spMk id="3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4:34.018" v="3879" actId="14100"/>
          <ac:spMkLst>
            <pc:docMk/>
            <pc:sldMk cId="0" sldId="266"/>
            <ac:spMk id="3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6:58.617" v="3912" actId="207"/>
          <ac:spMkLst>
            <pc:docMk/>
            <pc:sldMk cId="0" sldId="266"/>
            <ac:spMk id="40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1:31.566" v="298" actId="478"/>
          <ac:spMkLst>
            <pc:docMk/>
            <pc:sldMk cId="0" sldId="266"/>
            <ac:spMk id="41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1:31.566" v="298" actId="478"/>
          <ac:spMkLst>
            <pc:docMk/>
            <pc:sldMk cId="0" sldId="266"/>
            <ac:spMk id="42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1:23.425" v="295" actId="478"/>
          <ac:spMkLst>
            <pc:docMk/>
            <pc:sldMk cId="0" sldId="266"/>
            <ac:spMk id="4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0:19.966" v="3780" actId="14861"/>
          <ac:spMkLst>
            <pc:docMk/>
            <pc:sldMk cId="0" sldId="266"/>
            <ac:spMk id="4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7:37.810" v="3922" actId="14100"/>
          <ac:spMkLst>
            <pc:docMk/>
            <pc:sldMk cId="0" sldId="266"/>
            <ac:spMk id="4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8:30.352" v="3935"/>
          <ac:spMkLst>
            <pc:docMk/>
            <pc:sldMk cId="0" sldId="266"/>
            <ac:spMk id="48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7:53.490" v="3923" actId="2711"/>
          <ac:spMkLst>
            <pc:docMk/>
            <pc:sldMk cId="0" sldId="266"/>
            <ac:spMk id="49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7:53.490" v="3923" actId="2711"/>
          <ac:spMkLst>
            <pc:docMk/>
            <pc:sldMk cId="0" sldId="266"/>
            <ac:spMk id="50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10:58:18.492" v="3929" actId="1076"/>
          <ac:spMkLst>
            <pc:docMk/>
            <pc:sldMk cId="0" sldId="266"/>
            <ac:spMk id="51" creationId="{00000000-0000-0000-0000-000000000000}"/>
          </ac:spMkLst>
        </pc:spChg>
        <pc:grpChg chg="mod">
          <ac:chgData name="Monik Bahubali Jain" userId="ef19a9c9-face-4306-9738-4304a695416e" providerId="ADAL" clId="{49E1EECD-BBC9-46E1-ADA4-975F8A4AFE85}" dt="2026-01-13T10:50:45.324" v="3792" actId="14100"/>
          <ac:grpSpMkLst>
            <pc:docMk/>
            <pc:sldMk cId="0" sldId="266"/>
            <ac:grpSpMk id="41" creationId="{A3A34E6F-3D4A-54D5-5CB4-40C31CD4A853}"/>
          </ac:grpSpMkLst>
        </pc:grpChg>
        <pc:picChg chg="mod">
          <ac:chgData name="Monik Bahubali Jain" userId="ef19a9c9-face-4306-9738-4304a695416e" providerId="ADAL" clId="{49E1EECD-BBC9-46E1-ADA4-975F8A4AFE85}" dt="2026-01-13T10:55:57.865" v="3905" actId="1036"/>
          <ac:picMkLst>
            <pc:docMk/>
            <pc:sldMk cId="0" sldId="266"/>
            <ac:picMk id="6" creationId="{00000000-0000-0000-0000-000000000000}"/>
          </ac:picMkLst>
        </pc:picChg>
        <pc:picChg chg="add mod">
          <ac:chgData name="Monik Bahubali Jain" userId="ef19a9c9-face-4306-9738-4304a695416e" providerId="ADAL" clId="{49E1EECD-BBC9-46E1-ADA4-975F8A4AFE85}" dt="2026-01-13T10:48:46.960" v="3746"/>
          <ac:picMkLst>
            <pc:docMk/>
            <pc:sldMk cId="0" sldId="266"/>
            <ac:picMk id="24" creationId="{65F9113C-13C2-5BAE-0C75-9B331AF2A2FE}"/>
          </ac:picMkLst>
        </pc:picChg>
      </pc:sldChg>
      <pc:sldChg chg="delSp modSp mod modClrScheme chgLayout">
        <pc:chgData name="Monik Bahubali Jain" userId="ef19a9c9-face-4306-9738-4304a695416e" providerId="ADAL" clId="{49E1EECD-BBC9-46E1-ADA4-975F8A4AFE85}" dt="2026-01-13T08:05:10.991" v="2586" actId="14100"/>
        <pc:sldMkLst>
          <pc:docMk/>
          <pc:sldMk cId="0" sldId="267"/>
        </pc:sldMkLst>
        <pc:spChg chg="del mod">
          <ac:chgData name="Monik Bahubali Jain" userId="ef19a9c9-face-4306-9738-4304a695416e" providerId="ADAL" clId="{49E1EECD-BBC9-46E1-ADA4-975F8A4AFE85}" dt="2026-01-13T08:05:00.067" v="2580" actId="478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2T13:42:38.782" v="340" actId="478"/>
          <ac:spMkLst>
            <pc:docMk/>
            <pc:sldMk cId="0" sldId="267"/>
            <ac:spMk id="3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2:04.205" v="302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2:00.115" v="301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2:04.205" v="302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2:04.205" v="302" actId="478"/>
          <ac:spMkLst>
            <pc:docMk/>
            <pc:sldMk cId="0" sldId="267"/>
            <ac:spMk id="8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2T13:42:00.115" v="301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2:00.115" v="301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Monik Bahubali Jain" userId="ef19a9c9-face-4306-9738-4304a695416e" providerId="ADAL" clId="{49E1EECD-BBC9-46E1-ADA4-975F8A4AFE85}" dt="2026-01-12T13:42:14.859" v="307" actId="478"/>
          <ac:spMkLst>
            <pc:docMk/>
            <pc:sldMk cId="0" sldId="267"/>
            <ac:spMk id="11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8:04:54.484" v="2578" actId="478"/>
          <ac:spMkLst>
            <pc:docMk/>
            <pc:sldMk cId="0" sldId="267"/>
            <ac:spMk id="12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3T08:05:03.930" v="2581" actId="478"/>
          <ac:spMkLst>
            <pc:docMk/>
            <pc:sldMk cId="0" sldId="267"/>
            <ac:spMk id="13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3T08:05:10.991" v="2586" actId="14100"/>
          <ac:spMkLst>
            <pc:docMk/>
            <pc:sldMk cId="0" sldId="267"/>
            <ac:spMk id="14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2T13:42:54.505" v="351" actId="2711"/>
          <ac:spMkLst>
            <pc:docMk/>
            <pc:sldMk cId="0" sldId="267"/>
            <ac:spMk id="15" creationId="{00000000-0000-0000-0000-000000000000}"/>
          </ac:spMkLst>
        </pc:spChg>
        <pc:spChg chg="mod">
          <ac:chgData name="Monik Bahubali Jain" userId="ef19a9c9-face-4306-9738-4304a695416e" providerId="ADAL" clId="{49E1EECD-BBC9-46E1-ADA4-975F8A4AFE85}" dt="2026-01-12T13:43:30.662" v="370" actId="14100"/>
          <ac:spMkLst>
            <pc:docMk/>
            <pc:sldMk cId="0" sldId="267"/>
            <ac:spMk id="16" creationId="{00000000-0000-0000-0000-000000000000}"/>
          </ac:spMkLst>
        </pc:spChg>
        <pc:spChg chg="del mod">
          <ac:chgData name="Monik Bahubali Jain" userId="ef19a9c9-face-4306-9738-4304a695416e" providerId="ADAL" clId="{49E1EECD-BBC9-46E1-ADA4-975F8A4AFE85}" dt="2026-01-12T13:43:15.835" v="364" actId="478"/>
          <ac:spMkLst>
            <pc:docMk/>
            <pc:sldMk cId="0" sldId="267"/>
            <ac:spMk id="17" creationId="{00000000-0000-0000-0000-000000000000}"/>
          </ac:spMkLst>
        </pc:spChg>
        <pc:picChg chg="del">
          <ac:chgData name="Monik Bahubali Jain" userId="ef19a9c9-face-4306-9738-4304a695416e" providerId="ADAL" clId="{49E1EECD-BBC9-46E1-ADA4-975F8A4AFE85}" dt="2026-01-12T13:42:04.205" v="302" actId="478"/>
          <ac:picMkLst>
            <pc:docMk/>
            <pc:sldMk cId="0" sldId="267"/>
            <ac:picMk id="5" creationId="{00000000-0000-0000-0000-000000000000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6:24:03.926" v="723" actId="1036"/>
        <pc:sldMkLst>
          <pc:docMk/>
          <pc:sldMk cId="2875881303" sldId="512"/>
        </pc:sldMkLst>
        <pc:spChg chg="mod">
          <ac:chgData name="Monik Bahubali Jain" userId="ef19a9c9-face-4306-9738-4304a695416e" providerId="ADAL" clId="{49E1EECD-BBC9-46E1-ADA4-975F8A4AFE85}" dt="2026-01-13T06:23:44.021" v="693" actId="1036"/>
          <ac:spMkLst>
            <pc:docMk/>
            <pc:sldMk cId="2875881303" sldId="512"/>
            <ac:spMk id="35" creationId="{256D9F8B-4D20-52E5-C66E-41CE0A282B31}"/>
          </ac:spMkLst>
        </pc:spChg>
        <pc:picChg chg="add mod">
          <ac:chgData name="Monik Bahubali Jain" userId="ef19a9c9-face-4306-9738-4304a695416e" providerId="ADAL" clId="{49E1EECD-BBC9-46E1-ADA4-975F8A4AFE85}" dt="2026-01-13T06:24:03.926" v="723" actId="1036"/>
          <ac:picMkLst>
            <pc:docMk/>
            <pc:sldMk cId="2875881303" sldId="512"/>
            <ac:picMk id="3" creationId="{A5208BFC-1E1E-FF14-2030-CB62D464D1EB}"/>
          </ac:picMkLst>
        </pc:picChg>
        <pc:picChg chg="del mod">
          <ac:chgData name="Monik Bahubali Jain" userId="ef19a9c9-face-4306-9738-4304a695416e" providerId="ADAL" clId="{49E1EECD-BBC9-46E1-ADA4-975F8A4AFE85}" dt="2026-01-13T06:23:59.692" v="704" actId="478"/>
          <ac:picMkLst>
            <pc:docMk/>
            <pc:sldMk cId="2875881303" sldId="512"/>
            <ac:picMk id="47" creationId="{929553A8-24F0-EAF8-7FBC-A917D3FED103}"/>
          </ac:picMkLst>
        </pc:picChg>
      </pc:sldChg>
      <pc:sldChg chg="modSp mod">
        <pc:chgData name="Monik Bahubali Jain" userId="ef19a9c9-face-4306-9738-4304a695416e" providerId="ADAL" clId="{49E1EECD-BBC9-46E1-ADA4-975F8A4AFE85}" dt="2026-01-13T06:20:14.333" v="604" actId="14100"/>
        <pc:sldMkLst>
          <pc:docMk/>
          <pc:sldMk cId="1906657790" sldId="22246"/>
        </pc:sldMkLst>
        <pc:spChg chg="mod">
          <ac:chgData name="Monik Bahubali Jain" userId="ef19a9c9-face-4306-9738-4304a695416e" providerId="ADAL" clId="{49E1EECD-BBC9-46E1-ADA4-975F8A4AFE85}" dt="2026-01-13T06:20:05.691" v="603" actId="14100"/>
          <ac:spMkLst>
            <pc:docMk/>
            <pc:sldMk cId="1906657790" sldId="22246"/>
            <ac:spMk id="3" creationId="{FD72CCEF-25DC-1E47-30A7-C355A5D87E21}"/>
          </ac:spMkLst>
        </pc:spChg>
        <pc:spChg chg="mod">
          <ac:chgData name="Monik Bahubali Jain" userId="ef19a9c9-face-4306-9738-4304a695416e" providerId="ADAL" clId="{49E1EECD-BBC9-46E1-ADA4-975F8A4AFE85}" dt="2026-01-13T06:20:14.333" v="604" actId="14100"/>
          <ac:spMkLst>
            <pc:docMk/>
            <pc:sldMk cId="1906657790" sldId="22246"/>
            <ac:spMk id="5" creationId="{0808C426-72DA-DA61-29D6-35422F21C90B}"/>
          </ac:spMkLst>
        </pc:spChg>
      </pc:sldChg>
      <pc:sldChg chg="modSp mod">
        <pc:chgData name="Monik Bahubali Jain" userId="ef19a9c9-face-4306-9738-4304a695416e" providerId="ADAL" clId="{49E1EECD-BBC9-46E1-ADA4-975F8A4AFE85}" dt="2026-01-13T06:27:53.394" v="768" actId="1036"/>
        <pc:sldMkLst>
          <pc:docMk/>
          <pc:sldMk cId="1152503731" sldId="22251"/>
        </pc:sldMkLst>
        <pc:spChg chg="mod">
          <ac:chgData name="Monik Bahubali Jain" userId="ef19a9c9-face-4306-9738-4304a695416e" providerId="ADAL" clId="{49E1EECD-BBC9-46E1-ADA4-975F8A4AFE85}" dt="2026-01-13T06:27:44.570" v="742" actId="1035"/>
          <ac:spMkLst>
            <pc:docMk/>
            <pc:sldMk cId="1152503731" sldId="22251"/>
            <ac:spMk id="26" creationId="{FD744C10-4C8A-E1E7-62AE-B36C66435FF6}"/>
          </ac:spMkLst>
        </pc:spChg>
        <pc:grpChg chg="mod">
          <ac:chgData name="Monik Bahubali Jain" userId="ef19a9c9-face-4306-9738-4304a695416e" providerId="ADAL" clId="{49E1EECD-BBC9-46E1-ADA4-975F8A4AFE85}" dt="2026-01-13T06:27:53.394" v="768" actId="1036"/>
          <ac:grpSpMkLst>
            <pc:docMk/>
            <pc:sldMk cId="1152503731" sldId="22251"/>
            <ac:grpSpMk id="24" creationId="{355D6A36-684F-4482-E552-3C90F6222280}"/>
          </ac:grpSpMkLst>
        </pc:grpChg>
        <pc:grpChg chg="mod">
          <ac:chgData name="Monik Bahubali Jain" userId="ef19a9c9-face-4306-9738-4304a695416e" providerId="ADAL" clId="{49E1EECD-BBC9-46E1-ADA4-975F8A4AFE85}" dt="2026-01-13T06:27:53.394" v="768" actId="1036"/>
          <ac:grpSpMkLst>
            <pc:docMk/>
            <pc:sldMk cId="1152503731" sldId="22251"/>
            <ac:grpSpMk id="25" creationId="{F0493E2C-43D9-E05C-950A-6B1389520D6E}"/>
          </ac:grpSpMkLst>
        </pc:grpChg>
        <pc:grpChg chg="mod">
          <ac:chgData name="Monik Bahubali Jain" userId="ef19a9c9-face-4306-9738-4304a695416e" providerId="ADAL" clId="{49E1EECD-BBC9-46E1-ADA4-975F8A4AFE85}" dt="2026-01-13T06:27:53.394" v="768" actId="1036"/>
          <ac:grpSpMkLst>
            <pc:docMk/>
            <pc:sldMk cId="1152503731" sldId="22251"/>
            <ac:grpSpMk id="33" creationId="{B3FCFF48-E00F-D189-861F-C2476129EF0D}"/>
          </ac:grpSpMkLst>
        </pc:grpChg>
        <pc:grpChg chg="mod">
          <ac:chgData name="Monik Bahubali Jain" userId="ef19a9c9-face-4306-9738-4304a695416e" providerId="ADAL" clId="{49E1EECD-BBC9-46E1-ADA4-975F8A4AFE85}" dt="2026-01-13T06:27:53.394" v="768" actId="1036"/>
          <ac:grpSpMkLst>
            <pc:docMk/>
            <pc:sldMk cId="1152503731" sldId="22251"/>
            <ac:grpSpMk id="39" creationId="{46A09D1A-1BF5-BF65-C821-2CFC1DDBED73}"/>
          </ac:grpSpMkLst>
        </pc:grpChg>
        <pc:grpChg chg="mod">
          <ac:chgData name="Monik Bahubali Jain" userId="ef19a9c9-face-4306-9738-4304a695416e" providerId="ADAL" clId="{49E1EECD-BBC9-46E1-ADA4-975F8A4AFE85}" dt="2026-01-13T06:27:53.394" v="768" actId="1036"/>
          <ac:grpSpMkLst>
            <pc:docMk/>
            <pc:sldMk cId="1152503731" sldId="22251"/>
            <ac:grpSpMk id="45" creationId="{E208269C-6D64-83AD-7D9C-FB9EE7268A1A}"/>
          </ac:grpSpMkLst>
        </pc:grpChg>
        <pc:picChg chg="mod">
          <ac:chgData name="Monik Bahubali Jain" userId="ef19a9c9-face-4306-9738-4304a695416e" providerId="ADAL" clId="{49E1EECD-BBC9-46E1-ADA4-975F8A4AFE85}" dt="2026-01-13T06:27:44.570" v="742" actId="1035"/>
          <ac:picMkLst>
            <pc:docMk/>
            <pc:sldMk cId="1152503731" sldId="22251"/>
            <ac:picMk id="27" creationId="{B65C5606-03BD-609B-94F5-3811CD94BAA8}"/>
          </ac:picMkLst>
        </pc:picChg>
        <pc:picChg chg="mod">
          <ac:chgData name="Monik Bahubali Jain" userId="ef19a9c9-face-4306-9738-4304a695416e" providerId="ADAL" clId="{49E1EECD-BBC9-46E1-ADA4-975F8A4AFE85}" dt="2026-01-13T06:27:53.394" v="768" actId="1036"/>
          <ac:picMkLst>
            <pc:docMk/>
            <pc:sldMk cId="1152503731" sldId="22251"/>
            <ac:picMk id="52" creationId="{9EF898B7-9F8D-63C1-A410-E902EB570807}"/>
          </ac:picMkLst>
        </pc:picChg>
        <pc:picChg chg="mod">
          <ac:chgData name="Monik Bahubali Jain" userId="ef19a9c9-face-4306-9738-4304a695416e" providerId="ADAL" clId="{49E1EECD-BBC9-46E1-ADA4-975F8A4AFE85}" dt="2026-01-13T06:27:53.394" v="768" actId="1036"/>
          <ac:picMkLst>
            <pc:docMk/>
            <pc:sldMk cId="1152503731" sldId="22251"/>
            <ac:picMk id="53" creationId="{F82B3578-E747-99B9-E447-F2157D20F78A}"/>
          </ac:picMkLst>
        </pc:picChg>
        <pc:picChg chg="mod">
          <ac:chgData name="Monik Bahubali Jain" userId="ef19a9c9-face-4306-9738-4304a695416e" providerId="ADAL" clId="{49E1EECD-BBC9-46E1-ADA4-975F8A4AFE85}" dt="2026-01-13T06:27:53.394" v="768" actId="1036"/>
          <ac:picMkLst>
            <pc:docMk/>
            <pc:sldMk cId="1152503731" sldId="22251"/>
            <ac:picMk id="55" creationId="{D316D987-3288-F7E3-5421-6EF53DB512D2}"/>
          </ac:picMkLst>
        </pc:picChg>
        <pc:picChg chg="mod">
          <ac:chgData name="Monik Bahubali Jain" userId="ef19a9c9-face-4306-9738-4304a695416e" providerId="ADAL" clId="{49E1EECD-BBC9-46E1-ADA4-975F8A4AFE85}" dt="2026-01-13T06:27:53.394" v="768" actId="1036"/>
          <ac:picMkLst>
            <pc:docMk/>
            <pc:sldMk cId="1152503731" sldId="22251"/>
            <ac:picMk id="56" creationId="{B9C0BF72-1AEC-F10B-BE19-95B3DD04B099}"/>
          </ac:picMkLst>
        </pc:picChg>
        <pc:picChg chg="mod">
          <ac:chgData name="Monik Bahubali Jain" userId="ef19a9c9-face-4306-9738-4304a695416e" providerId="ADAL" clId="{49E1EECD-BBC9-46E1-ADA4-975F8A4AFE85}" dt="2026-01-13T06:27:53.394" v="768" actId="1036"/>
          <ac:picMkLst>
            <pc:docMk/>
            <pc:sldMk cId="1152503731" sldId="22251"/>
            <ac:picMk id="57" creationId="{E694743D-52AE-42F9-6C9A-8290955682C5}"/>
          </ac:picMkLst>
        </pc:picChg>
      </pc:sldChg>
      <pc:sldChg chg="modSp mod">
        <pc:chgData name="Monik Bahubali Jain" userId="ef19a9c9-face-4306-9738-4304a695416e" providerId="ADAL" clId="{49E1EECD-BBC9-46E1-ADA4-975F8A4AFE85}" dt="2026-01-13T06:28:14.960" v="784" actId="1036"/>
        <pc:sldMkLst>
          <pc:docMk/>
          <pc:sldMk cId="1851607450" sldId="22256"/>
        </pc:sldMkLst>
        <pc:spChg chg="mod">
          <ac:chgData name="Monik Bahubali Jain" userId="ef19a9c9-face-4306-9738-4304a695416e" providerId="ADAL" clId="{49E1EECD-BBC9-46E1-ADA4-975F8A4AFE85}" dt="2026-01-13T06:28:10.039" v="779" actId="1035"/>
          <ac:spMkLst>
            <pc:docMk/>
            <pc:sldMk cId="1851607450" sldId="22256"/>
            <ac:spMk id="26" creationId="{FD744C10-4C8A-E1E7-62AE-B36C66435FF6}"/>
          </ac:spMkLst>
        </pc:spChg>
        <pc:picChg chg="mod">
          <ac:chgData name="Monik Bahubali Jain" userId="ef19a9c9-face-4306-9738-4304a695416e" providerId="ADAL" clId="{49E1EECD-BBC9-46E1-ADA4-975F8A4AFE85}" dt="2026-01-13T06:28:14.960" v="784" actId="1036"/>
          <ac:picMkLst>
            <pc:docMk/>
            <pc:sldMk cId="1851607450" sldId="22256"/>
            <ac:picMk id="27" creationId="{B65C5606-03BD-609B-94F5-3811CD94BAA8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11:35:14.775" v="3939" actId="20577"/>
        <pc:sldMkLst>
          <pc:docMk/>
          <pc:sldMk cId="671657208" sldId="22262"/>
        </pc:sldMkLst>
        <pc:spChg chg="mod">
          <ac:chgData name="Monik Bahubali Jain" userId="ef19a9c9-face-4306-9738-4304a695416e" providerId="ADAL" clId="{49E1EECD-BBC9-46E1-ADA4-975F8A4AFE85}" dt="2026-01-13T06:18:54.448" v="572" actId="108"/>
          <ac:spMkLst>
            <pc:docMk/>
            <pc:sldMk cId="671657208" sldId="22262"/>
            <ac:spMk id="4" creationId="{B3BEB7B2-AD7F-B880-1D24-173F00048313}"/>
          </ac:spMkLst>
        </pc:spChg>
        <pc:spChg chg="del">
          <ac:chgData name="Monik Bahubali Jain" userId="ef19a9c9-face-4306-9738-4304a695416e" providerId="ADAL" clId="{49E1EECD-BBC9-46E1-ADA4-975F8A4AFE85}" dt="2026-01-12T12:50:40.413" v="1" actId="478"/>
          <ac:spMkLst>
            <pc:docMk/>
            <pc:sldMk cId="671657208" sldId="22262"/>
            <ac:spMk id="24" creationId="{EB703C54-F07E-8FAA-4D32-E4110931D1F3}"/>
          </ac:spMkLst>
        </pc:spChg>
        <pc:spChg chg="del">
          <ac:chgData name="Monik Bahubali Jain" userId="ef19a9c9-face-4306-9738-4304a695416e" providerId="ADAL" clId="{49E1EECD-BBC9-46E1-ADA4-975F8A4AFE85}" dt="2026-01-12T12:50:40.413" v="1" actId="478"/>
          <ac:spMkLst>
            <pc:docMk/>
            <pc:sldMk cId="671657208" sldId="22262"/>
            <ac:spMk id="25" creationId="{EC22FCDA-2FFE-9008-23AC-096D26A4B1A9}"/>
          </ac:spMkLst>
        </pc:spChg>
        <pc:spChg chg="del">
          <ac:chgData name="Monik Bahubali Jain" userId="ef19a9c9-face-4306-9738-4304a695416e" providerId="ADAL" clId="{49E1EECD-BBC9-46E1-ADA4-975F8A4AFE85}" dt="2026-01-12T12:50:40.413" v="1" actId="478"/>
          <ac:spMkLst>
            <pc:docMk/>
            <pc:sldMk cId="671657208" sldId="22262"/>
            <ac:spMk id="26" creationId="{D4684CF0-796A-BF5D-1696-512F18EE223B}"/>
          </ac:spMkLst>
        </pc:spChg>
        <pc:spChg chg="add mod">
          <ac:chgData name="Monik Bahubali Jain" userId="ef19a9c9-face-4306-9738-4304a695416e" providerId="ADAL" clId="{49E1EECD-BBC9-46E1-ADA4-975F8A4AFE85}" dt="2026-01-13T05:52:19.966" v="466" actId="255"/>
          <ac:spMkLst>
            <pc:docMk/>
            <pc:sldMk cId="671657208" sldId="22262"/>
            <ac:spMk id="28" creationId="{90B95D26-7C3E-DF33-0B28-1DAD534D5784}"/>
          </ac:spMkLst>
        </pc:spChg>
        <pc:spChg chg="mod">
          <ac:chgData name="Monik Bahubali Jain" userId="ef19a9c9-face-4306-9738-4304a695416e" providerId="ADAL" clId="{49E1EECD-BBC9-46E1-ADA4-975F8A4AFE85}" dt="2026-01-13T05:52:19.966" v="466" actId="255"/>
          <ac:spMkLst>
            <pc:docMk/>
            <pc:sldMk cId="671657208" sldId="22262"/>
            <ac:spMk id="32" creationId="{320FF0E6-C97E-D3B8-C722-1D469FDBE0B5}"/>
          </ac:spMkLst>
        </pc:spChg>
        <pc:spChg chg="mod">
          <ac:chgData name="Monik Bahubali Jain" userId="ef19a9c9-face-4306-9738-4304a695416e" providerId="ADAL" clId="{49E1EECD-BBC9-46E1-ADA4-975F8A4AFE85}" dt="2026-01-13T05:52:19.966" v="466" actId="255"/>
          <ac:spMkLst>
            <pc:docMk/>
            <pc:sldMk cId="671657208" sldId="22262"/>
            <ac:spMk id="38" creationId="{6A51F63F-AFD6-356F-06FA-12867DCCBFD2}"/>
          </ac:spMkLst>
        </pc:spChg>
        <pc:spChg chg="mod">
          <ac:chgData name="Monik Bahubali Jain" userId="ef19a9c9-face-4306-9738-4304a695416e" providerId="ADAL" clId="{49E1EECD-BBC9-46E1-ADA4-975F8A4AFE85}" dt="2026-01-13T05:52:19.966" v="466" actId="255"/>
          <ac:spMkLst>
            <pc:docMk/>
            <pc:sldMk cId="671657208" sldId="22262"/>
            <ac:spMk id="40" creationId="{63C45218-99C8-90B9-C0F0-821BBEBEA667}"/>
          </ac:spMkLst>
        </pc:spChg>
        <pc:spChg chg="mod">
          <ac:chgData name="Monik Bahubali Jain" userId="ef19a9c9-face-4306-9738-4304a695416e" providerId="ADAL" clId="{49E1EECD-BBC9-46E1-ADA4-975F8A4AFE85}" dt="2026-01-13T05:52:19.966" v="466" actId="255"/>
          <ac:spMkLst>
            <pc:docMk/>
            <pc:sldMk cId="671657208" sldId="22262"/>
            <ac:spMk id="46" creationId="{131AD4DD-890E-3FAD-AB39-913A601AA51D}"/>
          </ac:spMkLst>
        </pc:spChg>
        <pc:spChg chg="add mod">
          <ac:chgData name="Monik Bahubali Jain" userId="ef19a9c9-face-4306-9738-4304a695416e" providerId="ADAL" clId="{49E1EECD-BBC9-46E1-ADA4-975F8A4AFE85}" dt="2026-01-13T11:35:14.775" v="3939" actId="20577"/>
          <ac:spMkLst>
            <pc:docMk/>
            <pc:sldMk cId="671657208" sldId="22262"/>
            <ac:spMk id="47" creationId="{1744A8F0-08C5-3541-2DBD-2820328DC40B}"/>
          </ac:spMkLst>
        </pc:spChg>
        <pc:spChg chg="mod">
          <ac:chgData name="Monik Bahubali Jain" userId="ef19a9c9-face-4306-9738-4304a695416e" providerId="ADAL" clId="{49E1EECD-BBC9-46E1-ADA4-975F8A4AFE85}" dt="2026-01-13T05:49:56.855" v="434" actId="1076"/>
          <ac:spMkLst>
            <pc:docMk/>
            <pc:sldMk cId="671657208" sldId="22262"/>
            <ac:spMk id="52" creationId="{61935A35-5E16-4550-2DF1-5131F5214E19}"/>
          </ac:spMkLst>
        </pc:spChg>
        <pc:spChg chg="mod">
          <ac:chgData name="Monik Bahubali Jain" userId="ef19a9c9-face-4306-9738-4304a695416e" providerId="ADAL" clId="{49E1EECD-BBC9-46E1-ADA4-975F8A4AFE85}" dt="2026-01-13T05:50:30.003" v="440" actId="1076"/>
          <ac:spMkLst>
            <pc:docMk/>
            <pc:sldMk cId="671657208" sldId="22262"/>
            <ac:spMk id="56" creationId="{DA48E2B4-43A7-894B-4686-945ADBDC3DA5}"/>
          </ac:spMkLst>
        </pc:spChg>
        <pc:spChg chg="mod">
          <ac:chgData name="Monik Bahubali Jain" userId="ef19a9c9-face-4306-9738-4304a695416e" providerId="ADAL" clId="{49E1EECD-BBC9-46E1-ADA4-975F8A4AFE85}" dt="2026-01-12T12:51:18.813" v="2"/>
          <ac:spMkLst>
            <pc:docMk/>
            <pc:sldMk cId="671657208" sldId="22262"/>
            <ac:spMk id="57" creationId="{8E7A7161-DC30-CA41-A1E9-81C00CD34DB5}"/>
          </ac:spMkLst>
        </pc:spChg>
        <pc:spChg chg="mod">
          <ac:chgData name="Monik Bahubali Jain" userId="ef19a9c9-face-4306-9738-4304a695416e" providerId="ADAL" clId="{49E1EECD-BBC9-46E1-ADA4-975F8A4AFE85}" dt="2026-01-13T05:53:07.894" v="485" actId="403"/>
          <ac:spMkLst>
            <pc:docMk/>
            <pc:sldMk cId="671657208" sldId="22262"/>
            <ac:spMk id="62" creationId="{5C684281-F287-CD78-D5D7-E7D8812826F5}"/>
          </ac:spMkLst>
        </pc:spChg>
        <pc:spChg chg="mod">
          <ac:chgData name="Monik Bahubali Jain" userId="ef19a9c9-face-4306-9738-4304a695416e" providerId="ADAL" clId="{49E1EECD-BBC9-46E1-ADA4-975F8A4AFE85}" dt="2026-01-13T05:51:05.937" v="460" actId="1037"/>
          <ac:spMkLst>
            <pc:docMk/>
            <pc:sldMk cId="671657208" sldId="22262"/>
            <ac:spMk id="68" creationId="{2C934D6C-52A2-0F91-1A6D-8142EAC73DD7}"/>
          </ac:spMkLst>
        </pc:spChg>
        <pc:spChg chg="mod">
          <ac:chgData name="Monik Bahubali Jain" userId="ef19a9c9-face-4306-9738-4304a695416e" providerId="ADAL" clId="{49E1EECD-BBC9-46E1-ADA4-975F8A4AFE85}" dt="2026-01-13T05:51:18.083" v="461" actId="1076"/>
          <ac:spMkLst>
            <pc:docMk/>
            <pc:sldMk cId="671657208" sldId="22262"/>
            <ac:spMk id="69" creationId="{62737A90-69B4-1126-7706-FBB4EBA38E21}"/>
          </ac:spMkLst>
        </pc:spChg>
        <pc:spChg chg="mod">
          <ac:chgData name="Monik Bahubali Jain" userId="ef19a9c9-face-4306-9738-4304a695416e" providerId="ADAL" clId="{49E1EECD-BBC9-46E1-ADA4-975F8A4AFE85}" dt="2026-01-13T05:50:54.353" v="453" actId="1037"/>
          <ac:spMkLst>
            <pc:docMk/>
            <pc:sldMk cId="671657208" sldId="22262"/>
            <ac:spMk id="75" creationId="{6C6A5EFA-11E0-D095-6F3E-B158B5A6CFB3}"/>
          </ac:spMkLst>
        </pc:spChg>
        <pc:spChg chg="mod">
          <ac:chgData name="Monik Bahubali Jain" userId="ef19a9c9-face-4306-9738-4304a695416e" providerId="ADAL" clId="{49E1EECD-BBC9-46E1-ADA4-975F8A4AFE85}" dt="2026-01-13T05:53:39.284" v="490" actId="14100"/>
          <ac:spMkLst>
            <pc:docMk/>
            <pc:sldMk cId="671657208" sldId="22262"/>
            <ac:spMk id="77" creationId="{84E197F3-C963-DBA1-BC1F-175072C0B0F9}"/>
          </ac:spMkLst>
        </pc:spChg>
        <pc:spChg chg="mod">
          <ac:chgData name="Monik Bahubali Jain" userId="ef19a9c9-face-4306-9738-4304a695416e" providerId="ADAL" clId="{49E1EECD-BBC9-46E1-ADA4-975F8A4AFE85}" dt="2026-01-13T05:53:36.236" v="489" actId="1076"/>
          <ac:spMkLst>
            <pc:docMk/>
            <pc:sldMk cId="671657208" sldId="22262"/>
            <ac:spMk id="78" creationId="{751EB1A5-E79E-3FE5-FCAA-7A8CFADAC0F5}"/>
          </ac:spMkLst>
        </pc:spChg>
        <pc:spChg chg="mod">
          <ac:chgData name="Monik Bahubali Jain" userId="ef19a9c9-face-4306-9738-4304a695416e" providerId="ADAL" clId="{49E1EECD-BBC9-46E1-ADA4-975F8A4AFE85}" dt="2026-01-13T05:53:53.817" v="495" actId="14100"/>
          <ac:spMkLst>
            <pc:docMk/>
            <pc:sldMk cId="671657208" sldId="22262"/>
            <ac:spMk id="79" creationId="{5CA2093C-DD21-DFAE-5458-300AD5AF85FF}"/>
          </ac:spMkLst>
        </pc:spChg>
        <pc:spChg chg="mod">
          <ac:chgData name="Monik Bahubali Jain" userId="ef19a9c9-face-4306-9738-4304a695416e" providerId="ADAL" clId="{49E1EECD-BBC9-46E1-ADA4-975F8A4AFE85}" dt="2026-01-13T05:54:07.195" v="496" actId="1076"/>
          <ac:spMkLst>
            <pc:docMk/>
            <pc:sldMk cId="671657208" sldId="22262"/>
            <ac:spMk id="82" creationId="{6BC8CBFD-E714-8D92-3B81-6203F256834A}"/>
          </ac:spMkLst>
        </pc:spChg>
        <pc:spChg chg="mod">
          <ac:chgData name="Monik Bahubali Jain" userId="ef19a9c9-face-4306-9738-4304a695416e" providerId="ADAL" clId="{49E1EECD-BBC9-46E1-ADA4-975F8A4AFE85}" dt="2026-01-13T05:55:00.464" v="535" actId="1037"/>
          <ac:spMkLst>
            <pc:docMk/>
            <pc:sldMk cId="671657208" sldId="22262"/>
            <ac:spMk id="83" creationId="{103AF95B-733B-1C42-24BA-8E0F9B3D5294}"/>
          </ac:spMkLst>
        </pc:spChg>
        <pc:spChg chg="mod">
          <ac:chgData name="Monik Bahubali Jain" userId="ef19a9c9-face-4306-9738-4304a695416e" providerId="ADAL" clId="{49E1EECD-BBC9-46E1-ADA4-975F8A4AFE85}" dt="2026-01-13T05:55:16.591" v="557" actId="1037"/>
          <ac:spMkLst>
            <pc:docMk/>
            <pc:sldMk cId="671657208" sldId="22262"/>
            <ac:spMk id="84" creationId="{91233C60-A522-7763-A8CB-7F17A7EEFFFE}"/>
          </ac:spMkLst>
        </pc:spChg>
        <pc:spChg chg="mod">
          <ac:chgData name="Monik Bahubali Jain" userId="ef19a9c9-face-4306-9738-4304a695416e" providerId="ADAL" clId="{49E1EECD-BBC9-46E1-ADA4-975F8A4AFE85}" dt="2026-01-13T05:55:10.422" v="543" actId="1037"/>
          <ac:spMkLst>
            <pc:docMk/>
            <pc:sldMk cId="671657208" sldId="22262"/>
            <ac:spMk id="85" creationId="{23B21582-8A3B-75F3-3D05-8C055C348FE0}"/>
          </ac:spMkLst>
        </pc:spChg>
        <pc:spChg chg="mod">
          <ac:chgData name="Monik Bahubali Jain" userId="ef19a9c9-face-4306-9738-4304a695416e" providerId="ADAL" clId="{49E1EECD-BBC9-46E1-ADA4-975F8A4AFE85}" dt="2026-01-13T05:41:17.994" v="398" actId="164"/>
          <ac:spMkLst>
            <pc:docMk/>
            <pc:sldMk cId="671657208" sldId="22262"/>
            <ac:spMk id="86" creationId="{52377041-7666-564C-F6D3-7E8E0B236F9D}"/>
          </ac:spMkLst>
        </pc:spChg>
        <pc:spChg chg="mod">
          <ac:chgData name="Monik Bahubali Jain" userId="ef19a9c9-face-4306-9738-4304a695416e" providerId="ADAL" clId="{49E1EECD-BBC9-46E1-ADA4-975F8A4AFE85}" dt="2026-01-13T05:51:32.652" v="464" actId="1076"/>
          <ac:spMkLst>
            <pc:docMk/>
            <pc:sldMk cId="671657208" sldId="22262"/>
            <ac:spMk id="88" creationId="{5E70D3CB-0627-B0F5-4076-EFF88833BB93}"/>
          </ac:spMkLst>
        </pc:spChg>
        <pc:spChg chg="mod">
          <ac:chgData name="Monik Bahubali Jain" userId="ef19a9c9-face-4306-9738-4304a695416e" providerId="ADAL" clId="{49E1EECD-BBC9-46E1-ADA4-975F8A4AFE85}" dt="2026-01-13T05:51:25.293" v="462" actId="1076"/>
          <ac:spMkLst>
            <pc:docMk/>
            <pc:sldMk cId="671657208" sldId="22262"/>
            <ac:spMk id="89" creationId="{61EA8405-4BA7-67A3-219A-B48A673D82A6}"/>
          </ac:spMkLst>
        </pc:spChg>
        <pc:spChg chg="mod">
          <ac:chgData name="Monik Bahubali Jain" userId="ef19a9c9-face-4306-9738-4304a695416e" providerId="ADAL" clId="{49E1EECD-BBC9-46E1-ADA4-975F8A4AFE85}" dt="2026-01-13T05:41:17.994" v="398" actId="164"/>
          <ac:spMkLst>
            <pc:docMk/>
            <pc:sldMk cId="671657208" sldId="22262"/>
            <ac:spMk id="90" creationId="{B57DC89E-3FFB-613E-8E1D-6AE85198E4BE}"/>
          </ac:spMkLst>
        </pc:spChg>
        <pc:spChg chg="add mod">
          <ac:chgData name="Monik Bahubali Jain" userId="ef19a9c9-face-4306-9738-4304a695416e" providerId="ADAL" clId="{49E1EECD-BBC9-46E1-ADA4-975F8A4AFE85}" dt="2026-01-12T12:56:03.053" v="26" actId="14100"/>
          <ac:spMkLst>
            <pc:docMk/>
            <pc:sldMk cId="671657208" sldId="22262"/>
            <ac:spMk id="91" creationId="{4CABCC10-BE5C-F663-2D56-BD59211AE76B}"/>
          </ac:spMkLst>
        </pc:spChg>
        <pc:spChg chg="add mod">
          <ac:chgData name="Monik Bahubali Jain" userId="ef19a9c9-face-4306-9738-4304a695416e" providerId="ADAL" clId="{49E1EECD-BBC9-46E1-ADA4-975F8A4AFE85}" dt="2026-01-13T05:41:17.994" v="398" actId="164"/>
          <ac:spMkLst>
            <pc:docMk/>
            <pc:sldMk cId="671657208" sldId="22262"/>
            <ac:spMk id="92" creationId="{15BDAD38-8463-FEAD-6317-B5E9966FC580}"/>
          </ac:spMkLst>
        </pc:spChg>
        <pc:spChg chg="add mod">
          <ac:chgData name="Monik Bahubali Jain" userId="ef19a9c9-face-4306-9738-4304a695416e" providerId="ADAL" clId="{49E1EECD-BBC9-46E1-ADA4-975F8A4AFE85}" dt="2026-01-13T05:41:17.994" v="398" actId="164"/>
          <ac:spMkLst>
            <pc:docMk/>
            <pc:sldMk cId="671657208" sldId="22262"/>
            <ac:spMk id="93" creationId="{1724CE35-8093-C614-42B2-22861700452F}"/>
          </ac:spMkLst>
        </pc:spChg>
        <pc:spChg chg="mod">
          <ac:chgData name="Monik Bahubali Jain" userId="ef19a9c9-face-4306-9738-4304a695416e" providerId="ADAL" clId="{49E1EECD-BBC9-46E1-ADA4-975F8A4AFE85}" dt="2026-01-13T05:41:17.994" v="398" actId="164"/>
          <ac:spMkLst>
            <pc:docMk/>
            <pc:sldMk cId="671657208" sldId="22262"/>
            <ac:spMk id="94" creationId="{B55787A3-B938-6B68-C598-74630AB41A01}"/>
          </ac:spMkLst>
        </pc:spChg>
        <pc:spChg chg="add mod">
          <ac:chgData name="Monik Bahubali Jain" userId="ef19a9c9-face-4306-9738-4304a695416e" providerId="ADAL" clId="{49E1EECD-BBC9-46E1-ADA4-975F8A4AFE85}" dt="2026-01-13T05:52:19.966" v="466" actId="255"/>
          <ac:spMkLst>
            <pc:docMk/>
            <pc:sldMk cId="671657208" sldId="22262"/>
            <ac:spMk id="97" creationId="{2BFD8B95-4114-63B8-0305-D23D069A32AA}"/>
          </ac:spMkLst>
        </pc:spChg>
        <pc:grpChg chg="mod">
          <ac:chgData name="Monik Bahubali Jain" userId="ef19a9c9-face-4306-9738-4304a695416e" providerId="ADAL" clId="{49E1EECD-BBC9-46E1-ADA4-975F8A4AFE85}" dt="2026-01-13T05:52:45.873" v="478" actId="14100"/>
          <ac:grpSpMkLst>
            <pc:docMk/>
            <pc:sldMk cId="671657208" sldId="22262"/>
            <ac:grpSpMk id="2" creationId="{C6B363A6-D99C-BB3F-1160-12BE3625C1D1}"/>
          </ac:grpSpMkLst>
        </pc:grpChg>
        <pc:grpChg chg="del">
          <ac:chgData name="Monik Bahubali Jain" userId="ef19a9c9-face-4306-9738-4304a695416e" providerId="ADAL" clId="{49E1EECD-BBC9-46E1-ADA4-975F8A4AFE85}" dt="2026-01-12T12:50:40.413" v="1" actId="478"/>
          <ac:grpSpMkLst>
            <pc:docMk/>
            <pc:sldMk cId="671657208" sldId="22262"/>
            <ac:grpSpMk id="8" creationId="{28E8953C-1344-6C08-F5B6-5952818B4DC6}"/>
          </ac:grpSpMkLst>
        </pc:grpChg>
        <pc:grpChg chg="del">
          <ac:chgData name="Monik Bahubali Jain" userId="ef19a9c9-face-4306-9738-4304a695416e" providerId="ADAL" clId="{49E1EECD-BBC9-46E1-ADA4-975F8A4AFE85}" dt="2026-01-12T12:50:40.413" v="1" actId="478"/>
          <ac:grpSpMkLst>
            <pc:docMk/>
            <pc:sldMk cId="671657208" sldId="22262"/>
            <ac:grpSpMk id="13" creationId="{4B7ACDEF-BD4A-19B0-86FB-A01A135B92BF}"/>
          </ac:grpSpMkLst>
        </pc:grpChg>
        <pc:grpChg chg="del">
          <ac:chgData name="Monik Bahubali Jain" userId="ef19a9c9-face-4306-9738-4304a695416e" providerId="ADAL" clId="{49E1EECD-BBC9-46E1-ADA4-975F8A4AFE85}" dt="2026-01-12T12:50:34.291" v="0" actId="478"/>
          <ac:grpSpMkLst>
            <pc:docMk/>
            <pc:sldMk cId="671657208" sldId="22262"/>
            <ac:grpSpMk id="65" creationId="{8AEDDB24-852A-9C41-FA76-2D76320D03D5}"/>
          </ac:grpSpMkLst>
        </pc:grpChg>
        <pc:grpChg chg="del">
          <ac:chgData name="Monik Bahubali Jain" userId="ef19a9c9-face-4306-9738-4304a695416e" providerId="ADAL" clId="{49E1EECD-BBC9-46E1-ADA4-975F8A4AFE85}" dt="2026-01-12T12:50:40.413" v="1" actId="478"/>
          <ac:grpSpMkLst>
            <pc:docMk/>
            <pc:sldMk cId="671657208" sldId="22262"/>
            <ac:grpSpMk id="71" creationId="{E452C668-6DB9-1CF3-3E8B-9BF76DF98D09}"/>
          </ac:grpSpMkLst>
        </pc:grpChg>
        <pc:graphicFrameChg chg="mod">
          <ac:chgData name="Monik Bahubali Jain" userId="ef19a9c9-face-4306-9738-4304a695416e" providerId="ADAL" clId="{49E1EECD-BBC9-46E1-ADA4-975F8A4AFE85}" dt="2026-01-13T05:49:37.614" v="432" actId="404"/>
          <ac:graphicFrameMkLst>
            <pc:docMk/>
            <pc:sldMk cId="671657208" sldId="22262"/>
            <ac:graphicFrameMk id="27" creationId="{3600DF48-9B01-A1BF-F1CF-598E9001A3DC}"/>
          </ac:graphicFrameMkLst>
        </pc:graphicFrameChg>
        <pc:picChg chg="del mod">
          <ac:chgData name="Monik Bahubali Jain" userId="ef19a9c9-face-4306-9738-4304a695416e" providerId="ADAL" clId="{49E1EECD-BBC9-46E1-ADA4-975F8A4AFE85}" dt="2026-01-13T06:28:30.628" v="785" actId="478"/>
          <ac:picMkLst>
            <pc:docMk/>
            <pc:sldMk cId="671657208" sldId="22262"/>
            <ac:picMk id="5" creationId="{4C295651-3396-D7CB-2F4D-576B36A28110}"/>
          </ac:picMkLst>
        </pc:picChg>
        <pc:picChg chg="add mod">
          <ac:chgData name="Monik Bahubali Jain" userId="ef19a9c9-face-4306-9738-4304a695416e" providerId="ADAL" clId="{49E1EECD-BBC9-46E1-ADA4-975F8A4AFE85}" dt="2026-01-13T06:28:32.523" v="788" actId="1035"/>
          <ac:picMkLst>
            <pc:docMk/>
            <pc:sldMk cId="671657208" sldId="22262"/>
            <ac:picMk id="10" creationId="{A1AF4444-00C9-26CC-D864-2BDF981B5081}"/>
          </ac:picMkLst>
        </pc:picChg>
        <pc:cxnChg chg="mod">
          <ac:chgData name="Monik Bahubali Jain" userId="ef19a9c9-face-4306-9738-4304a695416e" providerId="ADAL" clId="{49E1EECD-BBC9-46E1-ADA4-975F8A4AFE85}" dt="2026-01-12T12:50:40.413" v="1" actId="478"/>
          <ac:cxnSpMkLst>
            <pc:docMk/>
            <pc:sldMk cId="671657208" sldId="22262"/>
            <ac:cxnSpMk id="6" creationId="{11AF845B-A706-3417-13FE-09A57674778A}"/>
          </ac:cxnSpMkLst>
        </pc:cxnChg>
        <pc:cxnChg chg="mod">
          <ac:chgData name="Monik Bahubali Jain" userId="ef19a9c9-face-4306-9738-4304a695416e" providerId="ADAL" clId="{49E1EECD-BBC9-46E1-ADA4-975F8A4AFE85}" dt="2026-01-12T12:50:40.413" v="1" actId="478"/>
          <ac:cxnSpMkLst>
            <pc:docMk/>
            <pc:sldMk cId="671657208" sldId="22262"/>
            <ac:cxnSpMk id="20" creationId="{5E6CBE67-9902-AD72-BC34-34A9A079D21D}"/>
          </ac:cxnSpMkLst>
        </pc:cxnChg>
        <pc:cxnChg chg="mod">
          <ac:chgData name="Monik Bahubali Jain" userId="ef19a9c9-face-4306-9738-4304a695416e" providerId="ADAL" clId="{49E1EECD-BBC9-46E1-ADA4-975F8A4AFE85}" dt="2026-01-13T05:52:19.966" v="466" actId="255"/>
          <ac:cxnSpMkLst>
            <pc:docMk/>
            <pc:sldMk cId="671657208" sldId="22262"/>
            <ac:cxnSpMk id="30" creationId="{0A67F7EE-FDAD-0D72-94FD-10165B50EB53}"/>
          </ac:cxnSpMkLst>
        </pc:cxnChg>
        <pc:cxnChg chg="mod">
          <ac:chgData name="Monik Bahubali Jain" userId="ef19a9c9-face-4306-9738-4304a695416e" providerId="ADAL" clId="{49E1EECD-BBC9-46E1-ADA4-975F8A4AFE85}" dt="2026-01-12T12:50:34.291" v="0" actId="478"/>
          <ac:cxnSpMkLst>
            <pc:docMk/>
            <pc:sldMk cId="671657208" sldId="22262"/>
            <ac:cxnSpMk id="31" creationId="{2562605A-121C-C683-F4FE-0E5194B4D7E0}"/>
          </ac:cxnSpMkLst>
        </pc:cxnChg>
        <pc:cxnChg chg="mod">
          <ac:chgData name="Monik Bahubali Jain" userId="ef19a9c9-face-4306-9738-4304a695416e" providerId="ADAL" clId="{49E1EECD-BBC9-46E1-ADA4-975F8A4AFE85}" dt="2026-01-12T12:50:34.291" v="0" actId="478"/>
          <ac:cxnSpMkLst>
            <pc:docMk/>
            <pc:sldMk cId="671657208" sldId="22262"/>
            <ac:cxnSpMk id="35" creationId="{F9757226-8F59-572D-7CAC-66CD27EDB983}"/>
          </ac:cxnSpMkLst>
        </pc:cxnChg>
        <pc:cxnChg chg="mod">
          <ac:chgData name="Monik Bahubali Jain" userId="ef19a9c9-face-4306-9738-4304a695416e" providerId="ADAL" clId="{49E1EECD-BBC9-46E1-ADA4-975F8A4AFE85}" dt="2026-01-13T05:52:19.966" v="466" actId="255"/>
          <ac:cxnSpMkLst>
            <pc:docMk/>
            <pc:sldMk cId="671657208" sldId="22262"/>
            <ac:cxnSpMk id="37" creationId="{50062298-9A08-F6A7-9BBB-311BC1A5B187}"/>
          </ac:cxnSpMkLst>
        </pc:cxnChg>
        <pc:cxnChg chg="mod">
          <ac:chgData name="Monik Bahubali Jain" userId="ef19a9c9-face-4306-9738-4304a695416e" providerId="ADAL" clId="{49E1EECD-BBC9-46E1-ADA4-975F8A4AFE85}" dt="2026-01-13T05:52:19.966" v="466" actId="255"/>
          <ac:cxnSpMkLst>
            <pc:docMk/>
            <pc:sldMk cId="671657208" sldId="22262"/>
            <ac:cxnSpMk id="39" creationId="{26EB3CB0-A133-05DD-924E-0E38DFBB4357}"/>
          </ac:cxnSpMkLst>
        </pc:cxnChg>
        <pc:cxnChg chg="mod">
          <ac:chgData name="Monik Bahubali Jain" userId="ef19a9c9-face-4306-9738-4304a695416e" providerId="ADAL" clId="{49E1EECD-BBC9-46E1-ADA4-975F8A4AFE85}" dt="2026-01-12T12:50:34.291" v="0" actId="478"/>
          <ac:cxnSpMkLst>
            <pc:docMk/>
            <pc:sldMk cId="671657208" sldId="22262"/>
            <ac:cxnSpMk id="44" creationId="{18FCCA4F-95A3-E8B5-DDFF-40A240625739}"/>
          </ac:cxnSpMkLst>
        </pc:cxnChg>
        <pc:cxnChg chg="mod">
          <ac:chgData name="Monik Bahubali Jain" userId="ef19a9c9-face-4306-9738-4304a695416e" providerId="ADAL" clId="{49E1EECD-BBC9-46E1-ADA4-975F8A4AFE85}" dt="2026-01-13T05:51:18.083" v="461" actId="1076"/>
          <ac:cxnSpMkLst>
            <pc:docMk/>
            <pc:sldMk cId="671657208" sldId="22262"/>
            <ac:cxnSpMk id="50" creationId="{B1505F65-370B-784C-1DF4-39D2D3D35FDD}"/>
          </ac:cxnSpMkLst>
        </pc:cxnChg>
        <pc:cxnChg chg="mod">
          <ac:chgData name="Monik Bahubali Jain" userId="ef19a9c9-face-4306-9738-4304a695416e" providerId="ADAL" clId="{49E1EECD-BBC9-46E1-ADA4-975F8A4AFE85}" dt="2026-01-12T12:50:34.291" v="0" actId="478"/>
          <ac:cxnSpMkLst>
            <pc:docMk/>
            <pc:sldMk cId="671657208" sldId="22262"/>
            <ac:cxnSpMk id="54" creationId="{3CB223F7-D844-7205-5568-88A6A95B2B4C}"/>
          </ac:cxnSpMkLst>
        </pc:cxnChg>
        <pc:cxnChg chg="mod">
          <ac:chgData name="Monik Bahubali Jain" userId="ef19a9c9-face-4306-9738-4304a695416e" providerId="ADAL" clId="{49E1EECD-BBC9-46E1-ADA4-975F8A4AFE85}" dt="2026-01-12T12:50:34.291" v="0" actId="478"/>
          <ac:cxnSpMkLst>
            <pc:docMk/>
            <pc:sldMk cId="671657208" sldId="22262"/>
            <ac:cxnSpMk id="60" creationId="{96A8843B-2F59-CD3D-81CF-6AE356C29F5B}"/>
          </ac:cxnSpMkLst>
        </pc:cxnChg>
        <pc:cxnChg chg="mod">
          <ac:chgData name="Monik Bahubali Jain" userId="ef19a9c9-face-4306-9738-4304a695416e" providerId="ADAL" clId="{49E1EECD-BBC9-46E1-ADA4-975F8A4AFE85}" dt="2026-01-13T05:54:38.673" v="508" actId="14100"/>
          <ac:cxnSpMkLst>
            <pc:docMk/>
            <pc:sldMk cId="671657208" sldId="22262"/>
            <ac:cxnSpMk id="81" creationId="{B2F27B6E-0EE5-FAB8-CF6A-7327AD2A5720}"/>
          </ac:cxnSpMkLst>
        </pc:cxnChg>
      </pc:sldChg>
      <pc:sldChg chg="addSp delSp modSp mod">
        <pc:chgData name="Monik Bahubali Jain" userId="ef19a9c9-face-4306-9738-4304a695416e" providerId="ADAL" clId="{49E1EECD-BBC9-46E1-ADA4-975F8A4AFE85}" dt="2026-01-13T11:37:55.369" v="3984" actId="14100"/>
        <pc:sldMkLst>
          <pc:docMk/>
          <pc:sldMk cId="3988438856" sldId="22263"/>
        </pc:sldMkLst>
        <pc:spChg chg="mod">
          <ac:chgData name="Monik Bahubali Jain" userId="ef19a9c9-face-4306-9738-4304a695416e" providerId="ADAL" clId="{49E1EECD-BBC9-46E1-ADA4-975F8A4AFE85}" dt="2026-01-13T06:28:45.272" v="807" actId="1037"/>
          <ac:spMkLst>
            <pc:docMk/>
            <pc:sldMk cId="3988438856" sldId="22263"/>
            <ac:spMk id="4" creationId="{B3BEB7B2-AD7F-B880-1D24-173F00048313}"/>
          </ac:spMkLst>
        </pc:spChg>
        <pc:spChg chg="mod">
          <ac:chgData name="Monik Bahubali Jain" userId="ef19a9c9-face-4306-9738-4304a695416e" providerId="ADAL" clId="{49E1EECD-BBC9-46E1-ADA4-975F8A4AFE85}" dt="2026-01-13T05:46:22.185" v="425"/>
          <ac:spMkLst>
            <pc:docMk/>
            <pc:sldMk cId="3988438856" sldId="22263"/>
            <ac:spMk id="8" creationId="{331E7E8F-9BC7-9205-F2DA-84A31BEEB3D6}"/>
          </ac:spMkLst>
        </pc:spChg>
        <pc:spChg chg="mod">
          <ac:chgData name="Monik Bahubali Jain" userId="ef19a9c9-face-4306-9738-4304a695416e" providerId="ADAL" clId="{49E1EECD-BBC9-46E1-ADA4-975F8A4AFE85}" dt="2026-01-13T05:46:33.887" v="427" actId="20577"/>
          <ac:spMkLst>
            <pc:docMk/>
            <pc:sldMk cId="3988438856" sldId="22263"/>
            <ac:spMk id="11" creationId="{D803AA96-D43A-67A3-9D1F-4A1384E31153}"/>
          </ac:spMkLst>
        </pc:spChg>
        <pc:spChg chg="mod">
          <ac:chgData name="Monik Bahubali Jain" userId="ef19a9c9-face-4306-9738-4304a695416e" providerId="ADAL" clId="{49E1EECD-BBC9-46E1-ADA4-975F8A4AFE85}" dt="2026-01-13T05:46:30.453" v="426" actId="20577"/>
          <ac:spMkLst>
            <pc:docMk/>
            <pc:sldMk cId="3988438856" sldId="22263"/>
            <ac:spMk id="12" creationId="{33A5C46F-82A3-B6D7-C2A2-30B92FA3D1FA}"/>
          </ac:spMkLst>
        </pc:spChg>
        <pc:spChg chg="mod">
          <ac:chgData name="Monik Bahubali Jain" userId="ef19a9c9-face-4306-9738-4304a695416e" providerId="ADAL" clId="{49E1EECD-BBC9-46E1-ADA4-975F8A4AFE85}" dt="2026-01-13T05:46:00.332" v="422"/>
          <ac:spMkLst>
            <pc:docMk/>
            <pc:sldMk cId="3988438856" sldId="22263"/>
            <ac:spMk id="16" creationId="{BF5249CE-3D55-DA1E-AE7F-11A94C609899}"/>
          </ac:spMkLst>
        </pc:spChg>
        <pc:spChg chg="mod">
          <ac:chgData name="Monik Bahubali Jain" userId="ef19a9c9-face-4306-9738-4304a695416e" providerId="ADAL" clId="{49E1EECD-BBC9-46E1-ADA4-975F8A4AFE85}" dt="2026-01-13T05:46:11.419" v="424" actId="20577"/>
          <ac:spMkLst>
            <pc:docMk/>
            <pc:sldMk cId="3988438856" sldId="22263"/>
            <ac:spMk id="19" creationId="{52D9BF14-2A3A-CC63-7E7B-8B615DBC19A5}"/>
          </ac:spMkLst>
        </pc:spChg>
        <pc:spChg chg="mod">
          <ac:chgData name="Monik Bahubali Jain" userId="ef19a9c9-face-4306-9738-4304a695416e" providerId="ADAL" clId="{49E1EECD-BBC9-46E1-ADA4-975F8A4AFE85}" dt="2026-01-13T05:46:06.276" v="423" actId="20577"/>
          <ac:spMkLst>
            <pc:docMk/>
            <pc:sldMk cId="3988438856" sldId="22263"/>
            <ac:spMk id="20" creationId="{B28C6859-2B69-2A20-108B-0143EF16205D}"/>
          </ac:spMkLst>
        </pc:spChg>
        <pc:spChg chg="mod">
          <ac:chgData name="Monik Bahubali Jain" userId="ef19a9c9-face-4306-9738-4304a695416e" providerId="ADAL" clId="{49E1EECD-BBC9-46E1-ADA4-975F8A4AFE85}" dt="2026-01-13T05:44:09.031" v="415"/>
          <ac:spMkLst>
            <pc:docMk/>
            <pc:sldMk cId="3988438856" sldId="22263"/>
            <ac:spMk id="24" creationId="{A3A92307-7896-FA54-6771-7247F916A465}"/>
          </ac:spMkLst>
        </pc:spChg>
        <pc:spChg chg="mod">
          <ac:chgData name="Monik Bahubali Jain" userId="ef19a9c9-face-4306-9738-4304a695416e" providerId="ADAL" clId="{49E1EECD-BBC9-46E1-ADA4-975F8A4AFE85}" dt="2026-01-13T05:45:48.688" v="421" actId="20577"/>
          <ac:spMkLst>
            <pc:docMk/>
            <pc:sldMk cId="3988438856" sldId="22263"/>
            <ac:spMk id="27" creationId="{F2A47809-191D-61EB-9A8F-CA046B74F7ED}"/>
          </ac:spMkLst>
        </pc:spChg>
        <pc:spChg chg="mod">
          <ac:chgData name="Monik Bahubali Jain" userId="ef19a9c9-face-4306-9738-4304a695416e" providerId="ADAL" clId="{49E1EECD-BBC9-46E1-ADA4-975F8A4AFE85}" dt="2026-01-13T05:44:31.067" v="418" actId="20577"/>
          <ac:spMkLst>
            <pc:docMk/>
            <pc:sldMk cId="3988438856" sldId="22263"/>
            <ac:spMk id="28" creationId="{3C3A5DCC-F007-F33A-3ACB-616A8B9DF38D}"/>
          </ac:spMkLst>
        </pc:spChg>
        <pc:spChg chg="add mod">
          <ac:chgData name="Monik Bahubali Jain" userId="ef19a9c9-face-4306-9738-4304a695416e" providerId="ADAL" clId="{49E1EECD-BBC9-46E1-ADA4-975F8A4AFE85}" dt="2026-01-13T11:37:55.369" v="3984" actId="14100"/>
          <ac:spMkLst>
            <pc:docMk/>
            <pc:sldMk cId="3988438856" sldId="22263"/>
            <ac:spMk id="35" creationId="{4B4151EC-9FED-BED8-B153-BEFB112A82D8}"/>
          </ac:spMkLst>
        </pc:spChg>
        <pc:spChg chg="del">
          <ac:chgData name="Monik Bahubali Jain" userId="ef19a9c9-face-4306-9738-4304a695416e" providerId="ADAL" clId="{49E1EECD-BBC9-46E1-ADA4-975F8A4AFE85}" dt="2026-01-13T05:42:54.097" v="405" actId="478"/>
          <ac:spMkLst>
            <pc:docMk/>
            <pc:sldMk cId="3988438856" sldId="22263"/>
            <ac:spMk id="116" creationId="{26924B4A-499F-0355-7B3D-0C98544624EE}"/>
          </ac:spMkLst>
        </pc:spChg>
        <pc:grpChg chg="mod">
          <ac:chgData name="Monik Bahubali Jain" userId="ef19a9c9-face-4306-9738-4304a695416e" providerId="ADAL" clId="{49E1EECD-BBC9-46E1-ADA4-975F8A4AFE85}" dt="2026-01-13T05:46:22.185" v="425"/>
          <ac:grpSpMkLst>
            <pc:docMk/>
            <pc:sldMk cId="3988438856" sldId="22263"/>
            <ac:grpSpMk id="6" creationId="{58FF51E1-760C-F773-3980-79A649D0FBF7}"/>
          </ac:grpSpMkLst>
        </pc:grpChg>
        <pc:grpChg chg="mod">
          <ac:chgData name="Monik Bahubali Jain" userId="ef19a9c9-face-4306-9738-4304a695416e" providerId="ADAL" clId="{49E1EECD-BBC9-46E1-ADA4-975F8A4AFE85}" dt="2026-01-13T05:46:00.332" v="422"/>
          <ac:grpSpMkLst>
            <pc:docMk/>
            <pc:sldMk cId="3988438856" sldId="22263"/>
            <ac:grpSpMk id="14" creationId="{12BEEAFB-B4E8-1F71-0079-1C9CBFE2FFF5}"/>
          </ac:grpSpMkLst>
        </pc:grpChg>
        <pc:grpChg chg="mod">
          <ac:chgData name="Monik Bahubali Jain" userId="ef19a9c9-face-4306-9738-4304a695416e" providerId="ADAL" clId="{49E1EECD-BBC9-46E1-ADA4-975F8A4AFE85}" dt="2026-01-13T06:19:14.509" v="574" actId="1076"/>
          <ac:grpSpMkLst>
            <pc:docMk/>
            <pc:sldMk cId="3988438856" sldId="22263"/>
            <ac:grpSpMk id="22" creationId="{847D9C2D-ED48-372F-BA93-9BCA924DF0DA}"/>
          </ac:grpSpMkLst>
        </pc:grpChg>
        <pc:graphicFrameChg chg="mod">
          <ac:chgData name="Monik Bahubali Jain" userId="ef19a9c9-face-4306-9738-4304a695416e" providerId="ADAL" clId="{49E1EECD-BBC9-46E1-ADA4-975F8A4AFE85}" dt="2026-01-13T11:37:15.528" v="3973" actId="207"/>
          <ac:graphicFrameMkLst>
            <pc:docMk/>
            <pc:sldMk cId="3988438856" sldId="22263"/>
            <ac:graphicFrameMk id="2" creationId="{2C92057E-B3E3-6295-A054-74465DD75958}"/>
          </ac:graphicFrameMkLst>
        </pc:graphicFrameChg>
        <pc:picChg chg="del mod">
          <ac:chgData name="Monik Bahubali Jain" userId="ef19a9c9-face-4306-9738-4304a695416e" providerId="ADAL" clId="{49E1EECD-BBC9-46E1-ADA4-975F8A4AFE85}" dt="2026-01-13T06:28:36.372" v="789" actId="478"/>
          <ac:picMkLst>
            <pc:docMk/>
            <pc:sldMk cId="3988438856" sldId="22263"/>
            <ac:picMk id="5" creationId="{4C295651-3396-D7CB-2F4D-576B36A28110}"/>
          </ac:picMkLst>
        </pc:picChg>
        <pc:picChg chg="add mod">
          <ac:chgData name="Monik Bahubali Jain" userId="ef19a9c9-face-4306-9738-4304a695416e" providerId="ADAL" clId="{49E1EECD-BBC9-46E1-ADA4-975F8A4AFE85}" dt="2026-01-13T06:28:39.501" v="798" actId="1035"/>
          <ac:picMkLst>
            <pc:docMk/>
            <pc:sldMk cId="3988438856" sldId="22263"/>
            <ac:picMk id="33" creationId="{5082C435-1477-24C7-C8AE-4F24E880F02F}"/>
          </ac:picMkLst>
        </pc:picChg>
        <pc:cxnChg chg="mod">
          <ac:chgData name="Monik Bahubali Jain" userId="ef19a9c9-face-4306-9738-4304a695416e" providerId="ADAL" clId="{49E1EECD-BBC9-46E1-ADA4-975F8A4AFE85}" dt="2026-01-13T05:46:22.185" v="425"/>
          <ac:cxnSpMkLst>
            <pc:docMk/>
            <pc:sldMk cId="3988438856" sldId="22263"/>
            <ac:cxnSpMk id="7" creationId="{27F6CB9F-23D6-E8C4-6A18-AED4378DD619}"/>
          </ac:cxnSpMkLst>
        </pc:cxnChg>
        <pc:cxnChg chg="mod">
          <ac:chgData name="Monik Bahubali Jain" userId="ef19a9c9-face-4306-9738-4304a695416e" providerId="ADAL" clId="{49E1EECD-BBC9-46E1-ADA4-975F8A4AFE85}" dt="2026-01-13T05:46:22.185" v="425"/>
          <ac:cxnSpMkLst>
            <pc:docMk/>
            <pc:sldMk cId="3988438856" sldId="22263"/>
            <ac:cxnSpMk id="9" creationId="{F25B8614-F69F-3284-D983-40AE5EFEEBAF}"/>
          </ac:cxnSpMkLst>
        </pc:cxnChg>
        <pc:cxnChg chg="mod">
          <ac:chgData name="Monik Bahubali Jain" userId="ef19a9c9-face-4306-9738-4304a695416e" providerId="ADAL" clId="{49E1EECD-BBC9-46E1-ADA4-975F8A4AFE85}" dt="2026-01-13T05:46:22.185" v="425"/>
          <ac:cxnSpMkLst>
            <pc:docMk/>
            <pc:sldMk cId="3988438856" sldId="22263"/>
            <ac:cxnSpMk id="10" creationId="{EFF639A3-6990-D1DD-E51C-9D9B6BDBA3DD}"/>
          </ac:cxnSpMkLst>
        </pc:cxnChg>
        <pc:cxnChg chg="mod">
          <ac:chgData name="Monik Bahubali Jain" userId="ef19a9c9-face-4306-9738-4304a695416e" providerId="ADAL" clId="{49E1EECD-BBC9-46E1-ADA4-975F8A4AFE85}" dt="2026-01-13T05:46:22.185" v="425"/>
          <ac:cxnSpMkLst>
            <pc:docMk/>
            <pc:sldMk cId="3988438856" sldId="22263"/>
            <ac:cxnSpMk id="13" creationId="{FA3ECB3D-3088-B2BA-CCCA-0933269D8A03}"/>
          </ac:cxnSpMkLst>
        </pc:cxnChg>
        <pc:cxnChg chg="mod">
          <ac:chgData name="Monik Bahubali Jain" userId="ef19a9c9-face-4306-9738-4304a695416e" providerId="ADAL" clId="{49E1EECD-BBC9-46E1-ADA4-975F8A4AFE85}" dt="2026-01-13T05:46:00.332" v="422"/>
          <ac:cxnSpMkLst>
            <pc:docMk/>
            <pc:sldMk cId="3988438856" sldId="22263"/>
            <ac:cxnSpMk id="15" creationId="{ED0758C5-A096-6FCF-461D-4BE1CBBB3164}"/>
          </ac:cxnSpMkLst>
        </pc:cxnChg>
        <pc:cxnChg chg="mod">
          <ac:chgData name="Monik Bahubali Jain" userId="ef19a9c9-face-4306-9738-4304a695416e" providerId="ADAL" clId="{49E1EECD-BBC9-46E1-ADA4-975F8A4AFE85}" dt="2026-01-13T05:46:00.332" v="422"/>
          <ac:cxnSpMkLst>
            <pc:docMk/>
            <pc:sldMk cId="3988438856" sldId="22263"/>
            <ac:cxnSpMk id="17" creationId="{DD936703-8BE1-7E59-C9AE-497E652111DB}"/>
          </ac:cxnSpMkLst>
        </pc:cxnChg>
        <pc:cxnChg chg="mod">
          <ac:chgData name="Monik Bahubali Jain" userId="ef19a9c9-face-4306-9738-4304a695416e" providerId="ADAL" clId="{49E1EECD-BBC9-46E1-ADA4-975F8A4AFE85}" dt="2026-01-13T05:46:00.332" v="422"/>
          <ac:cxnSpMkLst>
            <pc:docMk/>
            <pc:sldMk cId="3988438856" sldId="22263"/>
            <ac:cxnSpMk id="18" creationId="{9B7A3109-2997-6854-9538-A1DD098A8A7E}"/>
          </ac:cxnSpMkLst>
        </pc:cxnChg>
        <pc:cxnChg chg="mod">
          <ac:chgData name="Monik Bahubali Jain" userId="ef19a9c9-face-4306-9738-4304a695416e" providerId="ADAL" clId="{49E1EECD-BBC9-46E1-ADA4-975F8A4AFE85}" dt="2026-01-13T05:46:00.332" v="422"/>
          <ac:cxnSpMkLst>
            <pc:docMk/>
            <pc:sldMk cId="3988438856" sldId="22263"/>
            <ac:cxnSpMk id="21" creationId="{6EE72779-CD54-882E-0A7D-DCF85818794C}"/>
          </ac:cxnSpMkLst>
        </pc:cxnChg>
        <pc:cxnChg chg="mod">
          <ac:chgData name="Monik Bahubali Jain" userId="ef19a9c9-face-4306-9738-4304a695416e" providerId="ADAL" clId="{49E1EECD-BBC9-46E1-ADA4-975F8A4AFE85}" dt="2026-01-13T05:44:09.031" v="415"/>
          <ac:cxnSpMkLst>
            <pc:docMk/>
            <pc:sldMk cId="3988438856" sldId="22263"/>
            <ac:cxnSpMk id="23" creationId="{6B360233-7E32-1633-123B-865E4BD8E982}"/>
          </ac:cxnSpMkLst>
        </pc:cxnChg>
        <pc:cxnChg chg="mod">
          <ac:chgData name="Monik Bahubali Jain" userId="ef19a9c9-face-4306-9738-4304a695416e" providerId="ADAL" clId="{49E1EECD-BBC9-46E1-ADA4-975F8A4AFE85}" dt="2026-01-13T05:44:09.031" v="415"/>
          <ac:cxnSpMkLst>
            <pc:docMk/>
            <pc:sldMk cId="3988438856" sldId="22263"/>
            <ac:cxnSpMk id="25" creationId="{268254D1-0F63-C954-0295-5CB63196BEFF}"/>
          </ac:cxnSpMkLst>
        </pc:cxnChg>
        <pc:cxnChg chg="mod">
          <ac:chgData name="Monik Bahubali Jain" userId="ef19a9c9-face-4306-9738-4304a695416e" providerId="ADAL" clId="{49E1EECD-BBC9-46E1-ADA4-975F8A4AFE85}" dt="2026-01-13T05:44:09.031" v="415"/>
          <ac:cxnSpMkLst>
            <pc:docMk/>
            <pc:sldMk cId="3988438856" sldId="22263"/>
            <ac:cxnSpMk id="26" creationId="{BDAD025C-03C9-61D5-9875-BF0A0CFE528C}"/>
          </ac:cxnSpMkLst>
        </pc:cxnChg>
        <pc:cxnChg chg="mod">
          <ac:chgData name="Monik Bahubali Jain" userId="ef19a9c9-face-4306-9738-4304a695416e" providerId="ADAL" clId="{49E1EECD-BBC9-46E1-ADA4-975F8A4AFE85}" dt="2026-01-13T05:44:09.031" v="415"/>
          <ac:cxnSpMkLst>
            <pc:docMk/>
            <pc:sldMk cId="3988438856" sldId="22263"/>
            <ac:cxnSpMk id="29" creationId="{A2ED2276-5C84-CC6A-D690-D3D57A8D0047}"/>
          </ac:cxnSpMkLst>
        </pc:cxnChg>
        <pc:cxnChg chg="del">
          <ac:chgData name="Monik Bahubali Jain" userId="ef19a9c9-face-4306-9738-4304a695416e" providerId="ADAL" clId="{49E1EECD-BBC9-46E1-ADA4-975F8A4AFE85}" dt="2026-01-13T05:42:56.614" v="406" actId="478"/>
          <ac:cxnSpMkLst>
            <pc:docMk/>
            <pc:sldMk cId="3988438856" sldId="22263"/>
            <ac:cxnSpMk id="34" creationId="{A08F5C87-AA29-D276-DE01-BB536A366E3D}"/>
          </ac:cxnSpMkLst>
        </pc:cxnChg>
      </pc:sldChg>
      <pc:sldChg chg="modSp mod">
        <pc:chgData name="Monik Bahubali Jain" userId="ef19a9c9-face-4306-9738-4304a695416e" providerId="ADAL" clId="{49E1EECD-BBC9-46E1-ADA4-975F8A4AFE85}" dt="2026-01-13T06:23:04.106" v="690" actId="207"/>
        <pc:sldMkLst>
          <pc:docMk/>
          <pc:sldMk cId="2764655461" sldId="22270"/>
        </pc:sldMkLst>
        <pc:spChg chg="mod">
          <ac:chgData name="Monik Bahubali Jain" userId="ef19a9c9-face-4306-9738-4304a695416e" providerId="ADAL" clId="{49E1EECD-BBC9-46E1-ADA4-975F8A4AFE85}" dt="2026-01-13T06:23:04.106" v="690" actId="207"/>
          <ac:spMkLst>
            <pc:docMk/>
            <pc:sldMk cId="2764655461" sldId="22270"/>
            <ac:spMk id="26" creationId="{FD744C10-4C8A-E1E7-62AE-B36C66435FF6}"/>
          </ac:spMkLst>
        </pc:spChg>
        <pc:picChg chg="mod">
          <ac:chgData name="Monik Bahubali Jain" userId="ef19a9c9-face-4306-9738-4304a695416e" providerId="ADAL" clId="{49E1EECD-BBC9-46E1-ADA4-975F8A4AFE85}" dt="2026-01-13T06:22:58.377" v="689" actId="1035"/>
          <ac:picMkLst>
            <pc:docMk/>
            <pc:sldMk cId="2764655461" sldId="22270"/>
            <ac:picMk id="27" creationId="{B65C5606-03BD-609B-94F5-3811CD94BAA8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6:30:54.579" v="890" actId="1038"/>
        <pc:sldMkLst>
          <pc:docMk/>
          <pc:sldMk cId="3716675558" sldId="2147478916"/>
        </pc:sldMkLst>
        <pc:spChg chg="mod">
          <ac:chgData name="Monik Bahubali Jain" userId="ef19a9c9-face-4306-9738-4304a695416e" providerId="ADAL" clId="{49E1EECD-BBC9-46E1-ADA4-975F8A4AFE85}" dt="2026-01-13T06:30:54.579" v="890" actId="1038"/>
          <ac:spMkLst>
            <pc:docMk/>
            <pc:sldMk cId="3716675558" sldId="2147478916"/>
            <ac:spMk id="2" creationId="{39F36325-F8A6-23D1-134E-64FF0D064DF4}"/>
          </ac:spMkLst>
        </pc:spChg>
        <pc:spChg chg="add mod">
          <ac:chgData name="Monik Bahubali Jain" userId="ef19a9c9-face-4306-9738-4304a695416e" providerId="ADAL" clId="{49E1EECD-BBC9-46E1-ADA4-975F8A4AFE85}" dt="2026-01-12T13:37:21.412" v="234" actId="207"/>
          <ac:spMkLst>
            <pc:docMk/>
            <pc:sldMk cId="3716675558" sldId="2147478916"/>
            <ac:spMk id="4" creationId="{8B5FB827-F173-F0F4-08DC-601F39F28526}"/>
          </ac:spMkLst>
        </pc:spChg>
        <pc:spChg chg="mod">
          <ac:chgData name="Monik Bahubali Jain" userId="ef19a9c9-face-4306-9738-4304a695416e" providerId="ADAL" clId="{49E1EECD-BBC9-46E1-ADA4-975F8A4AFE85}" dt="2026-01-12T13:34:21.976" v="215" actId="20577"/>
          <ac:spMkLst>
            <pc:docMk/>
            <pc:sldMk cId="3716675558" sldId="2147478916"/>
            <ac:spMk id="10" creationId="{C597EE83-680B-A6C6-FBC5-BA48FF3EC151}"/>
          </ac:spMkLst>
        </pc:spChg>
        <pc:picChg chg="del mod">
          <ac:chgData name="Monik Bahubali Jain" userId="ef19a9c9-face-4306-9738-4304a695416e" providerId="ADAL" clId="{49E1EECD-BBC9-46E1-ADA4-975F8A4AFE85}" dt="2026-01-13T06:30:47.188" v="882" actId="478"/>
          <ac:picMkLst>
            <pc:docMk/>
            <pc:sldMk cId="3716675558" sldId="2147478916"/>
            <ac:picMk id="3" creationId="{92110080-95DF-1ED0-0CDB-86E9823FBA40}"/>
          </ac:picMkLst>
        </pc:picChg>
        <pc:picChg chg="add mod">
          <ac:chgData name="Monik Bahubali Jain" userId="ef19a9c9-face-4306-9738-4304a695416e" providerId="ADAL" clId="{49E1EECD-BBC9-46E1-ADA4-975F8A4AFE85}" dt="2026-01-13T06:30:48.397" v="884" actId="1036"/>
          <ac:picMkLst>
            <pc:docMk/>
            <pc:sldMk cId="3716675558" sldId="2147478916"/>
            <ac:picMk id="6" creationId="{473CCC3B-68CE-12D3-1350-4C065FBF6C15}"/>
          </ac:picMkLst>
        </pc:picChg>
      </pc:sldChg>
      <pc:sldChg chg="addSp delSp modSp add mod setBg">
        <pc:chgData name="Monik Bahubali Jain" userId="ef19a9c9-face-4306-9738-4304a695416e" providerId="ADAL" clId="{49E1EECD-BBC9-46E1-ADA4-975F8A4AFE85}" dt="2026-01-12T13:46:48.649" v="382" actId="14100"/>
        <pc:sldMkLst>
          <pc:docMk/>
          <pc:sldMk cId="2228865459" sldId="2147478934"/>
        </pc:sldMkLst>
        <pc:spChg chg="del mod">
          <ac:chgData name="Monik Bahubali Jain" userId="ef19a9c9-face-4306-9738-4304a695416e" providerId="ADAL" clId="{49E1EECD-BBC9-46E1-ADA4-975F8A4AFE85}" dt="2026-01-12T12:54:31.392" v="7" actId="478"/>
          <ac:spMkLst>
            <pc:docMk/>
            <pc:sldMk cId="2228865459" sldId="2147478934"/>
            <ac:spMk id="2" creationId="{A021502D-272C-851F-3507-6485BBEBAC8B}"/>
          </ac:spMkLst>
        </pc:spChg>
        <pc:spChg chg="add mod">
          <ac:chgData name="Monik Bahubali Jain" userId="ef19a9c9-face-4306-9738-4304a695416e" providerId="ADAL" clId="{49E1EECD-BBC9-46E1-ADA4-975F8A4AFE85}" dt="2026-01-12T13:46:48.649" v="382" actId="14100"/>
          <ac:spMkLst>
            <pc:docMk/>
            <pc:sldMk cId="2228865459" sldId="2147478934"/>
            <ac:spMk id="3" creationId="{72254BF2-209C-1205-6BF9-FD83CBFC056B}"/>
          </ac:spMkLst>
        </pc:spChg>
      </pc:sldChg>
      <pc:sldChg chg="addSp delSp modSp mod">
        <pc:chgData name="Monik Bahubali Jain" userId="ef19a9c9-face-4306-9738-4304a695416e" providerId="ADAL" clId="{49E1EECD-BBC9-46E1-ADA4-975F8A4AFE85}" dt="2026-01-13T06:29:39.339" v="834" actId="14100"/>
        <pc:sldMkLst>
          <pc:docMk/>
          <pc:sldMk cId="612479617" sldId="2147478943"/>
        </pc:sldMkLst>
        <pc:spChg chg="mod">
          <ac:chgData name="Monik Bahubali Jain" userId="ef19a9c9-face-4306-9738-4304a695416e" providerId="ADAL" clId="{49E1EECD-BBC9-46E1-ADA4-975F8A4AFE85}" dt="2026-01-13T06:29:39.339" v="834" actId="14100"/>
          <ac:spMkLst>
            <pc:docMk/>
            <pc:sldMk cId="612479617" sldId="2147478943"/>
            <ac:spMk id="3" creationId="{1A9E9EBA-567D-FA92-13A6-EA93E6850D3B}"/>
          </ac:spMkLst>
        </pc:spChg>
        <pc:spChg chg="mod">
          <ac:chgData name="Monik Bahubali Jain" userId="ef19a9c9-face-4306-9738-4304a695416e" providerId="ADAL" clId="{49E1EECD-BBC9-46E1-ADA4-975F8A4AFE85}" dt="2026-01-13T06:01:22.327" v="568" actId="1076"/>
          <ac:spMkLst>
            <pc:docMk/>
            <pc:sldMk cId="612479617" sldId="2147478943"/>
            <ac:spMk id="11" creationId="{DA5235AC-A693-EC98-52E3-224B6837ED2D}"/>
          </ac:spMkLst>
        </pc:spChg>
        <pc:graphicFrameChg chg="add del mod">
          <ac:chgData name="Monik Bahubali Jain" userId="ef19a9c9-face-4306-9738-4304a695416e" providerId="ADAL" clId="{49E1EECD-BBC9-46E1-ADA4-975F8A4AFE85}" dt="2026-01-13T06:01:02.420" v="562" actId="478"/>
          <ac:graphicFrameMkLst>
            <pc:docMk/>
            <pc:sldMk cId="612479617" sldId="2147478943"/>
            <ac:graphicFrameMk id="4" creationId="{34031147-E948-2F0D-E563-512F06BCFD4F}"/>
          </ac:graphicFrameMkLst>
        </pc:graphicFrameChg>
        <pc:graphicFrameChg chg="add mod">
          <ac:chgData name="Monik Bahubali Jain" userId="ef19a9c9-face-4306-9738-4304a695416e" providerId="ADAL" clId="{49E1EECD-BBC9-46E1-ADA4-975F8A4AFE85}" dt="2026-01-13T06:01:33.660" v="571" actId="208"/>
          <ac:graphicFrameMkLst>
            <pc:docMk/>
            <pc:sldMk cId="612479617" sldId="2147478943"/>
            <ac:graphicFrameMk id="5" creationId="{EF88A17A-5FC9-B06A-4F97-02BA9F279334}"/>
          </ac:graphicFrameMkLst>
        </pc:graphicFrameChg>
        <pc:graphicFrameChg chg="del">
          <ac:chgData name="Monik Bahubali Jain" userId="ef19a9c9-face-4306-9738-4304a695416e" providerId="ADAL" clId="{49E1EECD-BBC9-46E1-ADA4-975F8A4AFE85}" dt="2026-01-12T12:58:03.112" v="48" actId="478"/>
          <ac:graphicFrameMkLst>
            <pc:docMk/>
            <pc:sldMk cId="612479617" sldId="2147478943"/>
            <ac:graphicFrameMk id="12" creationId="{7BFFCACB-4347-D4B3-5F74-212BC30F9516}"/>
          </ac:graphicFrameMkLst>
        </pc:graphicFrameChg>
        <pc:picChg chg="del mod">
          <ac:chgData name="Monik Bahubali Jain" userId="ef19a9c9-face-4306-9738-4304a695416e" providerId="ADAL" clId="{49E1EECD-BBC9-46E1-ADA4-975F8A4AFE85}" dt="2026-01-13T06:29:21.552" v="822" actId="478"/>
          <ac:picMkLst>
            <pc:docMk/>
            <pc:sldMk cId="612479617" sldId="2147478943"/>
            <ac:picMk id="2" creationId="{1F79C658-4F43-8ED2-9FB1-40FFF8084F6C}"/>
          </ac:picMkLst>
        </pc:picChg>
        <pc:picChg chg="add mod">
          <ac:chgData name="Monik Bahubali Jain" userId="ef19a9c9-face-4306-9738-4304a695416e" providerId="ADAL" clId="{49E1EECD-BBC9-46E1-ADA4-975F8A4AFE85}" dt="2026-01-13T06:29:21.952" v="823"/>
          <ac:picMkLst>
            <pc:docMk/>
            <pc:sldMk cId="612479617" sldId="2147478943"/>
            <ac:picMk id="6" creationId="{B3683738-FC55-5A98-3DB9-604BDAD5B702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6:29:14.029" v="821" actId="14100"/>
        <pc:sldMkLst>
          <pc:docMk/>
          <pc:sldMk cId="3250949802" sldId="2147478961"/>
        </pc:sldMkLst>
        <pc:spChg chg="mod">
          <ac:chgData name="Monik Bahubali Jain" userId="ef19a9c9-face-4306-9738-4304a695416e" providerId="ADAL" clId="{49E1EECD-BBC9-46E1-ADA4-975F8A4AFE85}" dt="2026-01-13T06:29:14.029" v="821" actId="14100"/>
          <ac:spMkLst>
            <pc:docMk/>
            <pc:sldMk cId="3250949802" sldId="2147478961"/>
            <ac:spMk id="3" creationId="{1A9E9EBA-567D-FA92-13A6-EA93E6850D3B}"/>
          </ac:spMkLst>
        </pc:spChg>
        <pc:spChg chg="mod">
          <ac:chgData name="Monik Bahubali Jain" userId="ef19a9c9-face-4306-9738-4304a695416e" providerId="ADAL" clId="{49E1EECD-BBC9-46E1-ADA4-975F8A4AFE85}" dt="2026-01-12T12:57:47.877" v="47" actId="33524"/>
          <ac:spMkLst>
            <pc:docMk/>
            <pc:sldMk cId="3250949802" sldId="2147478961"/>
            <ac:spMk id="10" creationId="{E3C59A10-9292-1E87-3187-6299FE3BC18A}"/>
          </ac:spMkLst>
        </pc:spChg>
        <pc:graphicFrameChg chg="add mod">
          <ac:chgData name="Monik Bahubali Jain" userId="ef19a9c9-face-4306-9738-4304a695416e" providerId="ADAL" clId="{49E1EECD-BBC9-46E1-ADA4-975F8A4AFE85}" dt="2026-01-12T12:56:56.931" v="38" actId="14100"/>
          <ac:graphicFrameMkLst>
            <pc:docMk/>
            <pc:sldMk cId="3250949802" sldId="2147478961"/>
            <ac:graphicFrameMk id="4" creationId="{FE3DD9B9-E27D-A0D0-25EE-6F53C10DE6D0}"/>
          </ac:graphicFrameMkLst>
        </pc:graphicFrameChg>
        <pc:graphicFrameChg chg="del">
          <ac:chgData name="Monik Bahubali Jain" userId="ef19a9c9-face-4306-9738-4304a695416e" providerId="ADAL" clId="{49E1EECD-BBC9-46E1-ADA4-975F8A4AFE85}" dt="2026-01-12T12:56:33.827" v="28" actId="478"/>
          <ac:graphicFrameMkLst>
            <pc:docMk/>
            <pc:sldMk cId="3250949802" sldId="2147478961"/>
            <ac:graphicFrameMk id="8" creationId="{79FFF771-7F52-F753-DBBB-E7CD9095437F}"/>
          </ac:graphicFrameMkLst>
        </pc:graphicFrameChg>
        <pc:picChg chg="del">
          <ac:chgData name="Monik Bahubali Jain" userId="ef19a9c9-face-4306-9738-4304a695416e" providerId="ADAL" clId="{49E1EECD-BBC9-46E1-ADA4-975F8A4AFE85}" dt="2026-01-13T06:29:02.044" v="808" actId="478"/>
          <ac:picMkLst>
            <pc:docMk/>
            <pc:sldMk cId="3250949802" sldId="2147478961"/>
            <ac:picMk id="2" creationId="{1F79C658-4F43-8ED2-9FB1-40FFF8084F6C}"/>
          </ac:picMkLst>
        </pc:picChg>
        <pc:picChg chg="add mod">
          <ac:chgData name="Monik Bahubali Jain" userId="ef19a9c9-face-4306-9738-4304a695416e" providerId="ADAL" clId="{49E1EECD-BBC9-46E1-ADA4-975F8A4AFE85}" dt="2026-01-13T06:29:04.119" v="815" actId="1035"/>
          <ac:picMkLst>
            <pc:docMk/>
            <pc:sldMk cId="3250949802" sldId="2147478961"/>
            <ac:picMk id="6" creationId="{A5348084-0A2F-9F2C-5623-16EEE445BA7F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6:24:10.520" v="734" actId="1036"/>
        <pc:sldMkLst>
          <pc:docMk/>
          <pc:sldMk cId="3571061459" sldId="2147478976"/>
        </pc:sldMkLst>
        <pc:spChg chg="mod">
          <ac:chgData name="Monik Bahubali Jain" userId="ef19a9c9-face-4306-9738-4304a695416e" providerId="ADAL" clId="{49E1EECD-BBC9-46E1-ADA4-975F8A4AFE85}" dt="2026-01-13T06:22:36.279" v="674" actId="14100"/>
          <ac:spMkLst>
            <pc:docMk/>
            <pc:sldMk cId="3571061459" sldId="2147478976"/>
            <ac:spMk id="3" creationId="{CCC101A8-1730-46C1-5845-1F4C6F14FEB7}"/>
          </ac:spMkLst>
        </pc:spChg>
        <pc:picChg chg="del mod">
          <ac:chgData name="Monik Bahubali Jain" userId="ef19a9c9-face-4306-9738-4304a695416e" providerId="ADAL" clId="{49E1EECD-BBC9-46E1-ADA4-975F8A4AFE85}" dt="2026-01-13T06:24:07.453" v="724" actId="478"/>
          <ac:picMkLst>
            <pc:docMk/>
            <pc:sldMk cId="3571061459" sldId="2147478976"/>
            <ac:picMk id="4" creationId="{9B1A7BB1-8DF2-EC5E-A23D-E9A488588CBA}"/>
          </ac:picMkLst>
        </pc:picChg>
        <pc:picChg chg="add mod">
          <ac:chgData name="Monik Bahubali Jain" userId="ef19a9c9-face-4306-9738-4304a695416e" providerId="ADAL" clId="{49E1EECD-BBC9-46E1-ADA4-975F8A4AFE85}" dt="2026-01-13T06:24:10.520" v="734" actId="1036"/>
          <ac:picMkLst>
            <pc:docMk/>
            <pc:sldMk cId="3571061459" sldId="2147478976"/>
            <ac:picMk id="5" creationId="{D18B64D3-D359-A8D2-22CC-E9DA750D09CA}"/>
          </ac:picMkLst>
        </pc:picChg>
      </pc:sldChg>
      <pc:sldChg chg="del">
        <pc:chgData name="Monik Bahubali Jain" userId="ef19a9c9-face-4306-9738-4304a695416e" providerId="ADAL" clId="{49E1EECD-BBC9-46E1-ADA4-975F8A4AFE85}" dt="2026-01-13T11:46:39.907" v="4009" actId="47"/>
        <pc:sldMkLst>
          <pc:docMk/>
          <pc:sldMk cId="519722550" sldId="2147478980"/>
        </pc:sldMkLst>
      </pc:sldChg>
      <pc:sldChg chg="addSp delSp modSp mod">
        <pc:chgData name="Monik Bahubali Jain" userId="ef19a9c9-face-4306-9738-4304a695416e" providerId="ADAL" clId="{49E1EECD-BBC9-46E1-ADA4-975F8A4AFE85}" dt="2026-01-13T06:30:18.613" v="865" actId="1035"/>
        <pc:sldMkLst>
          <pc:docMk/>
          <pc:sldMk cId="4266172547" sldId="2147478983"/>
        </pc:sldMkLst>
        <pc:spChg chg="mod">
          <ac:chgData name="Monik Bahubali Jain" userId="ef19a9c9-face-4306-9738-4304a695416e" providerId="ADAL" clId="{49E1EECD-BBC9-46E1-ADA4-975F8A4AFE85}" dt="2026-01-13T06:21:04.973" v="630" actId="1036"/>
          <ac:spMkLst>
            <pc:docMk/>
            <pc:sldMk cId="4266172547" sldId="2147478983"/>
            <ac:spMk id="3" creationId="{BDBE9471-2A63-48DA-8C78-91E5978F6C3B}"/>
          </ac:spMkLst>
        </pc:spChg>
        <pc:spChg chg="del">
          <ac:chgData name="Monik Bahubali Jain" userId="ef19a9c9-face-4306-9738-4304a695416e" providerId="ADAL" clId="{49E1EECD-BBC9-46E1-ADA4-975F8A4AFE85}" dt="2026-01-12T13:37:38.029" v="239" actId="478"/>
          <ac:spMkLst>
            <pc:docMk/>
            <pc:sldMk cId="4266172547" sldId="2147478983"/>
            <ac:spMk id="4" creationId="{4CD2F083-C14D-00CB-2607-DA7A1F869F28}"/>
          </ac:spMkLst>
        </pc:spChg>
        <pc:spChg chg="add mod">
          <ac:chgData name="Monik Bahubali Jain" userId="ef19a9c9-face-4306-9738-4304a695416e" providerId="ADAL" clId="{49E1EECD-BBC9-46E1-ADA4-975F8A4AFE85}" dt="2026-01-12T13:37:38.432" v="240"/>
          <ac:spMkLst>
            <pc:docMk/>
            <pc:sldMk cId="4266172547" sldId="2147478983"/>
            <ac:spMk id="5" creationId="{0DA54C8A-D261-0A10-CDA9-259F8049F51B}"/>
          </ac:spMkLst>
        </pc:spChg>
        <pc:spChg chg="mod">
          <ac:chgData name="Monik Bahubali Jain" userId="ef19a9c9-face-4306-9738-4304a695416e" providerId="ADAL" clId="{49E1EECD-BBC9-46E1-ADA4-975F8A4AFE85}" dt="2026-01-12T13:50:37.888" v="384" actId="6549"/>
          <ac:spMkLst>
            <pc:docMk/>
            <pc:sldMk cId="4266172547" sldId="2147478983"/>
            <ac:spMk id="7" creationId="{DBFF9FF8-0856-A5EA-97E4-3DD48C012F48}"/>
          </ac:spMkLst>
        </pc:spChg>
        <pc:spChg chg="mod">
          <ac:chgData name="Monik Bahubali Jain" userId="ef19a9c9-face-4306-9738-4304a695416e" providerId="ADAL" clId="{49E1EECD-BBC9-46E1-ADA4-975F8A4AFE85}" dt="2026-01-12T13:30:03.957" v="206" actId="20577"/>
          <ac:spMkLst>
            <pc:docMk/>
            <pc:sldMk cId="4266172547" sldId="2147478983"/>
            <ac:spMk id="8" creationId="{0244D07F-1B9B-F868-0422-68651C4645CB}"/>
          </ac:spMkLst>
        </pc:spChg>
        <pc:picChg chg="del mod">
          <ac:chgData name="Monik Bahubali Jain" userId="ef19a9c9-face-4306-9738-4304a695416e" providerId="ADAL" clId="{49E1EECD-BBC9-46E1-ADA4-975F8A4AFE85}" dt="2026-01-13T06:30:16.831" v="859" actId="478"/>
          <ac:picMkLst>
            <pc:docMk/>
            <pc:sldMk cId="4266172547" sldId="2147478983"/>
            <ac:picMk id="2" creationId="{6DD69BCA-6E02-3F01-FC49-FB3B219167CB}"/>
          </ac:picMkLst>
        </pc:picChg>
        <pc:picChg chg="add mod">
          <ac:chgData name="Monik Bahubali Jain" userId="ef19a9c9-face-4306-9738-4304a695416e" providerId="ADAL" clId="{49E1EECD-BBC9-46E1-ADA4-975F8A4AFE85}" dt="2026-01-13T06:30:18.613" v="865" actId="1035"/>
          <ac:picMkLst>
            <pc:docMk/>
            <pc:sldMk cId="4266172547" sldId="2147478983"/>
            <ac:picMk id="4" creationId="{71508510-FDF3-AD0E-FDF2-F5ACF2AB3A8B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6:30:25.517" v="871" actId="1036"/>
        <pc:sldMkLst>
          <pc:docMk/>
          <pc:sldMk cId="2677931497" sldId="2147478984"/>
        </pc:sldMkLst>
        <pc:spChg chg="mod">
          <ac:chgData name="Monik Bahubali Jain" userId="ef19a9c9-face-4306-9738-4304a695416e" providerId="ADAL" clId="{49E1EECD-BBC9-46E1-ADA4-975F8A4AFE85}" dt="2026-01-13T06:21:10.411" v="635" actId="1036"/>
          <ac:spMkLst>
            <pc:docMk/>
            <pc:sldMk cId="2677931497" sldId="2147478984"/>
            <ac:spMk id="2" creationId="{B4C76815-5EE6-DBCE-0DFE-CCE1F2A30E4F}"/>
          </ac:spMkLst>
        </pc:spChg>
        <pc:spChg chg="mod">
          <ac:chgData name="Monik Bahubali Jain" userId="ef19a9c9-face-4306-9738-4304a695416e" providerId="ADAL" clId="{49E1EECD-BBC9-46E1-ADA4-975F8A4AFE85}" dt="2026-01-12T13:36:46.018" v="223" actId="20577"/>
          <ac:spMkLst>
            <pc:docMk/>
            <pc:sldMk cId="2677931497" sldId="2147478984"/>
            <ac:spMk id="4" creationId="{658F8516-8F1B-C343-123A-F8C761E2CC9C}"/>
          </ac:spMkLst>
        </pc:spChg>
        <pc:spChg chg="mod">
          <ac:chgData name="Monik Bahubali Jain" userId="ef19a9c9-face-4306-9738-4304a695416e" providerId="ADAL" clId="{49E1EECD-BBC9-46E1-ADA4-975F8A4AFE85}" dt="2026-01-12T13:34:54.564" v="218" actId="20577"/>
          <ac:spMkLst>
            <pc:docMk/>
            <pc:sldMk cId="2677931497" sldId="2147478984"/>
            <ac:spMk id="8" creationId="{4344AC88-62EF-5A84-3DCC-FA3D8EEFA94D}"/>
          </ac:spMkLst>
        </pc:spChg>
        <pc:spChg chg="del mod">
          <ac:chgData name="Monik Bahubali Jain" userId="ef19a9c9-face-4306-9738-4304a695416e" providerId="ADAL" clId="{49E1EECD-BBC9-46E1-ADA4-975F8A4AFE85}" dt="2026-01-12T13:37:34.192" v="237" actId="478"/>
          <ac:spMkLst>
            <pc:docMk/>
            <pc:sldMk cId="2677931497" sldId="2147478984"/>
            <ac:spMk id="9" creationId="{8C739DD5-C345-039E-DEF0-B34A6AF77790}"/>
          </ac:spMkLst>
        </pc:spChg>
        <pc:spChg chg="add mod">
          <ac:chgData name="Monik Bahubali Jain" userId="ef19a9c9-face-4306-9738-4304a695416e" providerId="ADAL" clId="{49E1EECD-BBC9-46E1-ADA4-975F8A4AFE85}" dt="2026-01-12T13:37:34.574" v="238"/>
          <ac:spMkLst>
            <pc:docMk/>
            <pc:sldMk cId="2677931497" sldId="2147478984"/>
            <ac:spMk id="10" creationId="{77DC37D1-C8E3-BAD3-00C8-320CE2A899E2}"/>
          </ac:spMkLst>
        </pc:spChg>
        <pc:picChg chg="del mod">
          <ac:chgData name="Monik Bahubali Jain" userId="ef19a9c9-face-4306-9738-4304a695416e" providerId="ADAL" clId="{49E1EECD-BBC9-46E1-ADA4-975F8A4AFE85}" dt="2026-01-13T06:30:23.357" v="866" actId="478"/>
          <ac:picMkLst>
            <pc:docMk/>
            <pc:sldMk cId="2677931497" sldId="2147478984"/>
            <ac:picMk id="3" creationId="{C975887A-95C3-ECFF-10A6-9414FCAB8228}"/>
          </ac:picMkLst>
        </pc:picChg>
        <pc:picChg chg="add mod">
          <ac:chgData name="Monik Bahubali Jain" userId="ef19a9c9-face-4306-9738-4304a695416e" providerId="ADAL" clId="{49E1EECD-BBC9-46E1-ADA4-975F8A4AFE85}" dt="2026-01-13T06:30:25.517" v="871" actId="1036"/>
          <ac:picMkLst>
            <pc:docMk/>
            <pc:sldMk cId="2677931497" sldId="2147478984"/>
            <ac:picMk id="7" creationId="{BCB83B70-AFA9-B514-6D8F-14242CDBE26A}"/>
          </ac:picMkLst>
        </pc:picChg>
        <pc:cxnChg chg="mod">
          <ac:chgData name="Monik Bahubali Jain" userId="ef19a9c9-face-4306-9738-4304a695416e" providerId="ADAL" clId="{49E1EECD-BBC9-46E1-ADA4-975F8A4AFE85}" dt="2026-01-12T13:06:51.115" v="57" actId="14100"/>
          <ac:cxnSpMkLst>
            <pc:docMk/>
            <pc:sldMk cId="2677931497" sldId="2147478984"/>
            <ac:cxnSpMk id="6" creationId="{7B3B6C29-AC40-0F52-25E4-B107BE3BCC8C}"/>
          </ac:cxnSpMkLst>
        </pc:cxnChg>
      </pc:sldChg>
      <pc:sldChg chg="addSp delSp modSp mod">
        <pc:chgData name="Monik Bahubali Jain" userId="ef19a9c9-face-4306-9738-4304a695416e" providerId="ADAL" clId="{49E1EECD-BBC9-46E1-ADA4-975F8A4AFE85}" dt="2026-01-13T06:30:43.784" v="881" actId="1036"/>
        <pc:sldMkLst>
          <pc:docMk/>
          <pc:sldMk cId="1722329804" sldId="2147478985"/>
        </pc:sldMkLst>
        <pc:spChg chg="mod">
          <ac:chgData name="Monik Bahubali Jain" userId="ef19a9c9-face-4306-9738-4304a695416e" providerId="ADAL" clId="{49E1EECD-BBC9-46E1-ADA4-975F8A4AFE85}" dt="2026-01-13T06:30:35.278" v="879" actId="1035"/>
          <ac:spMkLst>
            <pc:docMk/>
            <pc:sldMk cId="1722329804" sldId="2147478985"/>
            <ac:spMk id="3" creationId="{1A9E9EBA-567D-FA92-13A6-EA93E6850D3B}"/>
          </ac:spMkLst>
        </pc:spChg>
        <pc:spChg chg="del mod">
          <ac:chgData name="Monik Bahubali Jain" userId="ef19a9c9-face-4306-9738-4304a695416e" providerId="ADAL" clId="{49E1EECD-BBC9-46E1-ADA4-975F8A4AFE85}" dt="2026-01-12T13:37:03.921" v="230" actId="478"/>
          <ac:spMkLst>
            <pc:docMk/>
            <pc:sldMk cId="1722329804" sldId="2147478985"/>
            <ac:spMk id="5" creationId="{0EA92DB8-62C4-39A0-E83B-2FF13F23ADBB}"/>
          </ac:spMkLst>
        </pc:spChg>
        <pc:spChg chg="add del mod">
          <ac:chgData name="Monik Bahubali Jain" userId="ef19a9c9-face-4306-9738-4304a695416e" providerId="ADAL" clId="{49E1EECD-BBC9-46E1-ADA4-975F8A4AFE85}" dt="2026-01-12T13:37:30.048" v="235" actId="478"/>
          <ac:spMkLst>
            <pc:docMk/>
            <pc:sldMk cId="1722329804" sldId="2147478985"/>
            <ac:spMk id="7" creationId="{103724EC-2ABD-A191-4263-930830FF74CA}"/>
          </ac:spMkLst>
        </pc:spChg>
        <pc:spChg chg="add mod">
          <ac:chgData name="Monik Bahubali Jain" userId="ef19a9c9-face-4306-9738-4304a695416e" providerId="ADAL" clId="{49E1EECD-BBC9-46E1-ADA4-975F8A4AFE85}" dt="2026-01-12T13:37:30.492" v="236"/>
          <ac:spMkLst>
            <pc:docMk/>
            <pc:sldMk cId="1722329804" sldId="2147478985"/>
            <ac:spMk id="8" creationId="{0B09A61C-9B41-79AA-495C-B3C775345674}"/>
          </ac:spMkLst>
        </pc:spChg>
        <pc:spChg chg="mod">
          <ac:chgData name="Monik Bahubali Jain" userId="ef19a9c9-face-4306-9738-4304a695416e" providerId="ADAL" clId="{49E1EECD-BBC9-46E1-ADA4-975F8A4AFE85}" dt="2026-01-12T13:27:04.294" v="161" actId="20577"/>
          <ac:spMkLst>
            <pc:docMk/>
            <pc:sldMk cId="1722329804" sldId="2147478985"/>
            <ac:spMk id="10" creationId="{E3C59A10-9292-1E87-3187-6299FE3BC18A}"/>
          </ac:spMkLst>
        </pc:spChg>
        <pc:graphicFrameChg chg="del">
          <ac:chgData name="Monik Bahubali Jain" userId="ef19a9c9-face-4306-9738-4304a695416e" providerId="ADAL" clId="{49E1EECD-BBC9-46E1-ADA4-975F8A4AFE85}" dt="2026-01-12T13:18:54.730" v="85" actId="478"/>
          <ac:graphicFrameMkLst>
            <pc:docMk/>
            <pc:sldMk cId="1722329804" sldId="2147478985"/>
            <ac:graphicFrameMk id="4" creationId="{F2FA2CF5-0599-9E36-A66F-A48313D4107A}"/>
          </ac:graphicFrameMkLst>
        </pc:graphicFrameChg>
        <pc:graphicFrameChg chg="add mod">
          <ac:chgData name="Monik Bahubali Jain" userId="ef19a9c9-face-4306-9738-4304a695416e" providerId="ADAL" clId="{49E1EECD-BBC9-46E1-ADA4-975F8A4AFE85}" dt="2026-01-12T13:26:42.934" v="156" actId="14100"/>
          <ac:graphicFrameMkLst>
            <pc:docMk/>
            <pc:sldMk cId="1722329804" sldId="2147478985"/>
            <ac:graphicFrameMk id="6" creationId="{F2FA2CF5-0599-9E36-A66F-A48313D4107A}"/>
          </ac:graphicFrameMkLst>
        </pc:graphicFrameChg>
        <pc:picChg chg="del">
          <ac:chgData name="Monik Bahubali Jain" userId="ef19a9c9-face-4306-9738-4304a695416e" providerId="ADAL" clId="{49E1EECD-BBC9-46E1-ADA4-975F8A4AFE85}" dt="2026-01-13T06:30:29.018" v="872" actId="478"/>
          <ac:picMkLst>
            <pc:docMk/>
            <pc:sldMk cId="1722329804" sldId="2147478985"/>
            <ac:picMk id="2" creationId="{1F79C658-4F43-8ED2-9FB1-40FFF8084F6C}"/>
          </ac:picMkLst>
        </pc:picChg>
        <pc:picChg chg="add mod">
          <ac:chgData name="Monik Bahubali Jain" userId="ef19a9c9-face-4306-9738-4304a695416e" providerId="ADAL" clId="{49E1EECD-BBC9-46E1-ADA4-975F8A4AFE85}" dt="2026-01-13T06:30:43.784" v="881" actId="1036"/>
          <ac:picMkLst>
            <pc:docMk/>
            <pc:sldMk cId="1722329804" sldId="2147478985"/>
            <ac:picMk id="4" creationId="{53B47C36-A2B9-D2B8-6EC9-02F05B24E184}"/>
          </ac:picMkLst>
        </pc:picChg>
      </pc:sldChg>
      <pc:sldChg chg="addSp delSp modSp mod">
        <pc:chgData name="Monik Bahubali Jain" userId="ef19a9c9-face-4306-9738-4304a695416e" providerId="ADAL" clId="{49E1EECD-BBC9-46E1-ADA4-975F8A4AFE85}" dt="2026-01-13T06:30:07.897" v="858" actId="1037"/>
        <pc:sldMkLst>
          <pc:docMk/>
          <pc:sldMk cId="1948410693" sldId="2147479005"/>
        </pc:sldMkLst>
        <pc:spChg chg="mod">
          <ac:chgData name="Monik Bahubali Jain" userId="ef19a9c9-face-4306-9738-4304a695416e" providerId="ADAL" clId="{49E1EECD-BBC9-46E1-ADA4-975F8A4AFE85}" dt="2026-01-13T06:30:07.897" v="858" actId="1037"/>
          <ac:spMkLst>
            <pc:docMk/>
            <pc:sldMk cId="1948410693" sldId="2147479005"/>
            <ac:spMk id="2" creationId="{C76E8FB2-1B5F-FBE4-D0C8-637B606D6EFD}"/>
          </ac:spMkLst>
        </pc:spChg>
        <pc:picChg chg="del mod">
          <ac:chgData name="Monik Bahubali Jain" userId="ef19a9c9-face-4306-9738-4304a695416e" providerId="ADAL" clId="{49E1EECD-BBC9-46E1-ADA4-975F8A4AFE85}" dt="2026-01-13T06:29:51.793" v="835" actId="478"/>
          <ac:picMkLst>
            <pc:docMk/>
            <pc:sldMk cId="1948410693" sldId="2147479005"/>
            <ac:picMk id="3" creationId="{A826F23C-5262-4E8F-A834-AF1F8C738606}"/>
          </ac:picMkLst>
        </pc:picChg>
        <pc:picChg chg="add mod">
          <ac:chgData name="Monik Bahubali Jain" userId="ef19a9c9-face-4306-9738-4304a695416e" providerId="ADAL" clId="{49E1EECD-BBC9-46E1-ADA4-975F8A4AFE85}" dt="2026-01-13T06:29:53.907" v="844" actId="1036"/>
          <ac:picMkLst>
            <pc:docMk/>
            <pc:sldMk cId="1948410693" sldId="2147479005"/>
            <ac:picMk id="4" creationId="{B5085B7F-D3AB-0AA3-BB44-F9B2B3734FBA}"/>
          </ac:picMkLst>
        </pc:picChg>
      </pc:sldChg>
      <pc:sldChg chg="modSp mod">
        <pc:chgData name="Monik Bahubali Jain" userId="ef19a9c9-face-4306-9738-4304a695416e" providerId="ADAL" clId="{49E1EECD-BBC9-46E1-ADA4-975F8A4AFE85}" dt="2026-01-13T11:46:13.876" v="4008" actId="242"/>
        <pc:sldMkLst>
          <pc:docMk/>
          <pc:sldMk cId="3615163010" sldId="2147479006"/>
        </pc:sldMkLst>
        <pc:spChg chg="mod">
          <ac:chgData name="Monik Bahubali Jain" userId="ef19a9c9-face-4306-9738-4304a695416e" providerId="ADAL" clId="{49E1EECD-BBC9-46E1-ADA4-975F8A4AFE85}" dt="2026-01-13T11:46:13.876" v="4008" actId="242"/>
          <ac:spMkLst>
            <pc:docMk/>
            <pc:sldMk cId="3615163010" sldId="2147479006"/>
            <ac:spMk id="2" creationId="{16F7C3A6-7805-C94F-D565-ABCCD0A83AF7}"/>
          </ac:spMkLst>
        </pc:spChg>
      </pc:sldChg>
      <pc:sldChg chg="modSp add mod">
        <pc:chgData name="Monik Bahubali Jain" userId="ef19a9c9-face-4306-9738-4304a695416e" providerId="ADAL" clId="{49E1EECD-BBC9-46E1-ADA4-975F8A4AFE85}" dt="2026-01-13T07:54:26.217" v="2500" actId="20577"/>
        <pc:sldMkLst>
          <pc:docMk/>
          <pc:sldMk cId="1900204350" sldId="2147479007"/>
        </pc:sldMkLst>
        <pc:spChg chg="mod">
          <ac:chgData name="Monik Bahubali Jain" userId="ef19a9c9-face-4306-9738-4304a695416e" providerId="ADAL" clId="{49E1EECD-BBC9-46E1-ADA4-975F8A4AFE85}" dt="2026-01-13T07:54:26.217" v="2500" actId="20577"/>
          <ac:spMkLst>
            <pc:docMk/>
            <pc:sldMk cId="1900204350" sldId="2147479007"/>
            <ac:spMk id="2" creationId="{41676076-58A0-57E8-5640-5ACA41A12FD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nipponindiaim-my.sharepoint.com/personal/hardik_bindra_nipponindiaim_com/Documents/Desktop/Mumbai%20-%20Strategy/Wealth%20Compass%20Meets/2nd%20August%20Pune/25th%20June/Base%20file%20for%202nd%20Au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nipponindiaim-my.sharepoint.com/personal/hardik_bindra_nipponindiaim_com/Documents/Desktop/Mumbai%20-%20Strategy/Wealth%20Compass/2nd%20August/25th%20June/Base%20file%20for%202nd%20Aug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nipponindiaim-my.sharepoint.com/personal/hardik_bindra_nipponindiaim_com/Documents/Desktop/Mumbai%20-%20Strategy/Industry%20Trends/April%20Files%20with%20Final%20File/Industry%20Trends%20Update%20-%20March%20turning%20into%20Apri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nipponindiaim-my.sharepoint.com/personal/hardik_bindra_nipponindiaim_com/Documents/Desktop/Mumbai%20-%20Strategy/Wealth%20Compass/2nd%20August/25th%20June/Base%20file%20for%202nd%20Au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nipponindiaim-my.sharepoint.com/personal/monik_jain_nipponindiaim_com/Documents/Desktop/Network%20FP/Asset%20MIX%20MF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nipponindiaim-my.sharepoint.com/personal/monik_jain_nipponindiaim_com/Documents/Desktop/Network%20FP/Asset%20MIX%20MF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nipponindiaim-my.sharepoint.com/personal/monik_jain_nipponindiaim_com/Documents/Desktop/Network%20FP/Asset%20MIX%20MF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nipponindiaim-my.sharepoint.com/personal/monik_jain_nipponindiaim_com/Documents/Desktop/Network%20FP/Asset%20MIX%20MF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306209668199953E-2"/>
          <c:y val="3.6313815592241817E-2"/>
          <c:w val="0.95583328194561734"/>
          <c:h val="0.86148357883100302"/>
        </c:manualLayout>
      </c:layout>
      <c:lineChart>
        <c:grouping val="standard"/>
        <c:varyColors val="0"/>
        <c:ser>
          <c:idx val="0"/>
          <c:order val="0"/>
          <c:tx>
            <c:strRef>
              <c:f>'Overall - AUM Growth'!$C$3</c:f>
              <c:strCache>
                <c:ptCount val="1"/>
                <c:pt idx="0">
                  <c:v>Industry AUM 
(In Lac Cr)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'Overall - AUM Growth'!$B$4:$B$34</c:f>
              <c:strCache>
                <c:ptCount val="31"/>
                <c:pt idx="0">
                  <c:v>Mar'03</c:v>
                </c:pt>
                <c:pt idx="1">
                  <c:v>Mar'04</c:v>
                </c:pt>
                <c:pt idx="2">
                  <c:v>Mar'05</c:v>
                </c:pt>
                <c:pt idx="3">
                  <c:v>Mar'06</c:v>
                </c:pt>
                <c:pt idx="4">
                  <c:v>Mar'07</c:v>
                </c:pt>
                <c:pt idx="5">
                  <c:v>Mar'08</c:v>
                </c:pt>
                <c:pt idx="6">
                  <c:v>Mar'09</c:v>
                </c:pt>
                <c:pt idx="7">
                  <c:v>Mar'10</c:v>
                </c:pt>
                <c:pt idx="8">
                  <c:v>Mar'11</c:v>
                </c:pt>
                <c:pt idx="9">
                  <c:v>Mar'12</c:v>
                </c:pt>
                <c:pt idx="10">
                  <c:v>Mar'13</c:v>
                </c:pt>
                <c:pt idx="11">
                  <c:v>Mar'14</c:v>
                </c:pt>
                <c:pt idx="12">
                  <c:v>Mar'15</c:v>
                </c:pt>
                <c:pt idx="13">
                  <c:v>Mar'16</c:v>
                </c:pt>
                <c:pt idx="14">
                  <c:v>Mar'17</c:v>
                </c:pt>
                <c:pt idx="15">
                  <c:v>Mar'18</c:v>
                </c:pt>
                <c:pt idx="16">
                  <c:v>Mar'19</c:v>
                </c:pt>
                <c:pt idx="17">
                  <c:v>Mar'20</c:v>
                </c:pt>
                <c:pt idx="18">
                  <c:v>Mar'21</c:v>
                </c:pt>
                <c:pt idx="19">
                  <c:v>Mar'22</c:v>
                </c:pt>
                <c:pt idx="20">
                  <c:v>Mar'23</c:v>
                </c:pt>
                <c:pt idx="21">
                  <c:v>Mar'24</c:v>
                </c:pt>
                <c:pt idx="22">
                  <c:v>Mar'25</c:v>
                </c:pt>
                <c:pt idx="23">
                  <c:v>Apr'25</c:v>
                </c:pt>
                <c:pt idx="24">
                  <c:v>May'25</c:v>
                </c:pt>
                <c:pt idx="25">
                  <c:v>June'25</c:v>
                </c:pt>
                <c:pt idx="26">
                  <c:v>July'25</c:v>
                </c:pt>
                <c:pt idx="27">
                  <c:v>Aug'25</c:v>
                </c:pt>
                <c:pt idx="28">
                  <c:v>Sep-25</c:v>
                </c:pt>
                <c:pt idx="29">
                  <c:v>Oct-25</c:v>
                </c:pt>
                <c:pt idx="30">
                  <c:v>Nov-25</c:v>
                </c:pt>
              </c:strCache>
            </c:strRef>
          </c:cat>
          <c:val>
            <c:numRef>
              <c:f>'Overall - AUM Growth'!$C$4:$C$34</c:f>
              <c:numCache>
                <c:formatCode>General</c:formatCode>
                <c:ptCount val="31"/>
                <c:pt idx="0">
                  <c:v>0.8</c:v>
                </c:pt>
                <c:pt idx="1">
                  <c:v>1.4</c:v>
                </c:pt>
                <c:pt idx="2">
                  <c:v>1.5</c:v>
                </c:pt>
                <c:pt idx="3">
                  <c:v>2.2999999999999998</c:v>
                </c:pt>
                <c:pt idx="4">
                  <c:v>3.3</c:v>
                </c:pt>
                <c:pt idx="5">
                  <c:v>5.0999999999999996</c:v>
                </c:pt>
                <c:pt idx="6">
                  <c:v>4.2</c:v>
                </c:pt>
                <c:pt idx="7">
                  <c:v>6.1</c:v>
                </c:pt>
                <c:pt idx="8">
                  <c:v>5.9</c:v>
                </c:pt>
                <c:pt idx="9">
                  <c:v>5.5</c:v>
                </c:pt>
                <c:pt idx="10">
                  <c:v>8.1999999999999993</c:v>
                </c:pt>
                <c:pt idx="11">
                  <c:v>9.1</c:v>
                </c:pt>
                <c:pt idx="12">
                  <c:v>13.5</c:v>
                </c:pt>
                <c:pt idx="13">
                  <c:v>11.9</c:v>
                </c:pt>
                <c:pt idx="14">
                  <c:v>18.3</c:v>
                </c:pt>
                <c:pt idx="15">
                  <c:v>23.1</c:v>
                </c:pt>
                <c:pt idx="16">
                  <c:v>24.5</c:v>
                </c:pt>
                <c:pt idx="17">
                  <c:v>27</c:v>
                </c:pt>
                <c:pt idx="18">
                  <c:v>32.1</c:v>
                </c:pt>
                <c:pt idx="19">
                  <c:v>38.4</c:v>
                </c:pt>
                <c:pt idx="20">
                  <c:v>40.5</c:v>
                </c:pt>
                <c:pt idx="21">
                  <c:v>54.5</c:v>
                </c:pt>
                <c:pt idx="22">
                  <c:v>66.7</c:v>
                </c:pt>
                <c:pt idx="23">
                  <c:v>69.5</c:v>
                </c:pt>
                <c:pt idx="24">
                  <c:v>72.099999999999994</c:v>
                </c:pt>
                <c:pt idx="25">
                  <c:v>74.400000000000006</c:v>
                </c:pt>
                <c:pt idx="26">
                  <c:v>75.400000000000006</c:v>
                </c:pt>
                <c:pt idx="27">
                  <c:v>76.7</c:v>
                </c:pt>
                <c:pt idx="28">
                  <c:v>77.7</c:v>
                </c:pt>
                <c:pt idx="29">
                  <c:v>79.7</c:v>
                </c:pt>
                <c:pt idx="30">
                  <c:v>81.3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00-402C-8EEB-D58CB683BF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657376"/>
        <c:axId val="77656416"/>
      </c:lineChart>
      <c:catAx>
        <c:axId val="7765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77656416"/>
        <c:crosses val="autoZero"/>
        <c:auto val="1"/>
        <c:lblAlgn val="ctr"/>
        <c:lblOffset val="100"/>
        <c:noMultiLvlLbl val="0"/>
      </c:catAx>
      <c:valAx>
        <c:axId val="77656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7657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spPr>
            <a:solidFill>
              <a:srgbClr val="FF0000"/>
            </a:solidFill>
            <a:ln>
              <a:noFill/>
            </a:ln>
            <a:effectLst/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46</a:t>
                    </a:r>
                    <a:r>
                      <a:rPr lang="en-US" baseline="0"/>
                      <a:t> Mn</a:t>
                    </a:r>
                    <a:endParaRPr lang="en-US" dirty="0"/>
                  </a:p>
                </c:rich>
              </c:tx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A0F-470C-B557-663156184EF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48 Mn</a:t>
                    </a:r>
                    <a:endParaRPr lang="en-US" dirty="0"/>
                  </a:p>
                </c:rich>
              </c:tx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A0F-470C-B557-663156184EF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90</a:t>
                    </a:r>
                    <a:r>
                      <a:rPr lang="en-US" baseline="0"/>
                      <a:t> Mn</a:t>
                    </a:r>
                    <a:endParaRPr lang="en-US"/>
                  </a:p>
                </c:rich>
              </c:tx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A0F-470C-B557-663156184EF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178</a:t>
                    </a:r>
                    <a:r>
                      <a:rPr lang="en-US" baseline="0"/>
                      <a:t> Mn</a:t>
                    </a:r>
                    <a:endParaRPr lang="en-US" dirty="0"/>
                  </a:p>
                </c:rich>
              </c:tx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A0F-470C-B557-663156184EF5}"/>
                </c:ext>
              </c:extLst>
            </c:dLbl>
            <c:dLbl>
              <c:idx val="4"/>
              <c:layout>
                <c:manualLayout>
                  <c:x val="-3.7500004101050317E-2"/>
                  <c:y val="-3.5958563277019959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258 Mn</a:t>
                    </a:r>
                  </a:p>
                </c:rich>
              </c:tx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A0F-470C-B557-663156184EF5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FF0000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'Folio Growth'!$C$3:$C$7</c:f>
              <c:strCache>
                <c:ptCount val="5"/>
                <c:pt idx="0">
                  <c:v>March'12</c:v>
                </c:pt>
                <c:pt idx="1">
                  <c:v>March'16</c:v>
                </c:pt>
                <c:pt idx="2">
                  <c:v>March'20</c:v>
                </c:pt>
                <c:pt idx="3">
                  <c:v>March'24</c:v>
                </c:pt>
                <c:pt idx="4">
                  <c:v>June'25</c:v>
                </c:pt>
              </c:strCache>
            </c:strRef>
          </c:cat>
          <c:val>
            <c:numRef>
              <c:f>'Folio Growth'!$D$3:$D$7</c:f>
              <c:numCache>
                <c:formatCode>General</c:formatCode>
                <c:ptCount val="5"/>
                <c:pt idx="0">
                  <c:v>4.5999999999999996</c:v>
                </c:pt>
                <c:pt idx="1">
                  <c:v>4.8</c:v>
                </c:pt>
                <c:pt idx="2">
                  <c:v>9</c:v>
                </c:pt>
                <c:pt idx="3">
                  <c:v>17.8</c:v>
                </c:pt>
                <c:pt idx="4">
                  <c:v>24.1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0F-470C-B557-663156184E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887711"/>
        <c:axId val="12885311"/>
      </c:areaChart>
      <c:catAx>
        <c:axId val="128877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bg2">
                    <a:lumMod val="50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12885311"/>
        <c:crosses val="autoZero"/>
        <c:auto val="1"/>
        <c:lblAlgn val="ctr"/>
        <c:lblOffset val="100"/>
        <c:noMultiLvlLbl val="0"/>
      </c:catAx>
      <c:valAx>
        <c:axId val="128853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8877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>
          <a:latin typeface="Ubuntu" panose="020B050403060203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'Asset Mix - Over 3 years'!$F$13</c:f>
              <c:strCache>
                <c:ptCount val="1"/>
                <c:pt idx="0">
                  <c:v>Debt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'Asset Mix - Over 3 years'!$E$14:$E$18</c:f>
              <c:strCache>
                <c:ptCount val="5"/>
                <c:pt idx="0">
                  <c:v>Mar-21</c:v>
                </c:pt>
                <c:pt idx="1">
                  <c:v>Mar-22</c:v>
                </c:pt>
                <c:pt idx="2">
                  <c:v>Mar-23</c:v>
                </c:pt>
                <c:pt idx="3">
                  <c:v>Mar-24</c:v>
                </c:pt>
                <c:pt idx="4">
                  <c:v>Nov-25</c:v>
                </c:pt>
              </c:strCache>
            </c:strRef>
          </c:cat>
          <c:val>
            <c:numRef>
              <c:f>'Asset Mix - Over 3 years'!$F$14:$F$18</c:f>
              <c:numCache>
                <c:formatCode>0%</c:formatCode>
                <c:ptCount val="5"/>
                <c:pt idx="0">
                  <c:v>0.34</c:v>
                </c:pt>
                <c:pt idx="1">
                  <c:v>0.25</c:v>
                </c:pt>
                <c:pt idx="2">
                  <c:v>0.23</c:v>
                </c:pt>
                <c:pt idx="3">
                  <c:v>0.19321114886152599</c:v>
                </c:pt>
                <c:pt idx="4">
                  <c:v>0.18239827670007427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49-4712-8898-BA3DF18443D9}"/>
            </c:ext>
          </c:extLst>
        </c:ser>
        <c:ser>
          <c:idx val="1"/>
          <c:order val="1"/>
          <c:tx>
            <c:strRef>
              <c:f>'Asset Mix - Over 3 years'!$G$13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'Asset Mix - Over 3 years'!$E$14:$E$18</c:f>
              <c:strCache>
                <c:ptCount val="5"/>
                <c:pt idx="0">
                  <c:v>Mar-21</c:v>
                </c:pt>
                <c:pt idx="1">
                  <c:v>Mar-22</c:v>
                </c:pt>
                <c:pt idx="2">
                  <c:v>Mar-23</c:v>
                </c:pt>
                <c:pt idx="3">
                  <c:v>Mar-24</c:v>
                </c:pt>
                <c:pt idx="4">
                  <c:v>Nov-25</c:v>
                </c:pt>
              </c:strCache>
            </c:strRef>
          </c:cat>
          <c:val>
            <c:numRef>
              <c:f>'Asset Mix - Over 3 years'!$G$14:$G$18</c:f>
              <c:numCache>
                <c:formatCode>0%</c:formatCode>
                <c:ptCount val="5"/>
                <c:pt idx="0">
                  <c:v>0.09</c:v>
                </c:pt>
                <c:pt idx="1">
                  <c:v>0.1</c:v>
                </c:pt>
                <c:pt idx="2">
                  <c:v>0.1</c:v>
                </c:pt>
                <c:pt idx="3">
                  <c:v>0.104291653229553</c:v>
                </c:pt>
                <c:pt idx="4">
                  <c:v>0.10055033165894166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49-4712-8898-BA3DF18443D9}"/>
            </c:ext>
          </c:extLst>
        </c:ser>
        <c:ser>
          <c:idx val="2"/>
          <c:order val="2"/>
          <c:tx>
            <c:strRef>
              <c:f>'Asset Mix - Over 3 years'!$H$13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'Asset Mix - Over 3 years'!$E$14:$E$18</c:f>
              <c:strCache>
                <c:ptCount val="5"/>
                <c:pt idx="0">
                  <c:v>Mar-21</c:v>
                </c:pt>
                <c:pt idx="1">
                  <c:v>Mar-22</c:v>
                </c:pt>
                <c:pt idx="2">
                  <c:v>Mar-23</c:v>
                </c:pt>
                <c:pt idx="3">
                  <c:v>Mar-24</c:v>
                </c:pt>
                <c:pt idx="4">
                  <c:v>Nov-25</c:v>
                </c:pt>
              </c:strCache>
            </c:strRef>
          </c:cat>
          <c:val>
            <c:numRef>
              <c:f>'Asset Mix - Over 3 years'!$H$14:$H$18</c:f>
              <c:numCache>
                <c:formatCode>0%</c:formatCode>
                <c:ptCount val="5"/>
                <c:pt idx="0">
                  <c:v>0.43</c:v>
                </c:pt>
                <c:pt idx="1">
                  <c:v>0.51</c:v>
                </c:pt>
                <c:pt idx="2">
                  <c:v>0.54</c:v>
                </c:pt>
                <c:pt idx="3">
                  <c:v>0.59476726594517704</c:v>
                </c:pt>
                <c:pt idx="4">
                  <c:v>0.62714453353549349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49-4712-8898-BA3DF18443D9}"/>
            </c:ext>
          </c:extLst>
        </c:ser>
        <c:ser>
          <c:idx val="3"/>
          <c:order val="3"/>
          <c:tx>
            <c:strRef>
              <c:f>'Asset Mix - Over 3 years'!$I$13</c:f>
              <c:strCache>
                <c:ptCount val="1"/>
                <c:pt idx="0">
                  <c:v>Liquid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'Asset Mix - Over 3 years'!$E$14:$E$18</c:f>
              <c:strCache>
                <c:ptCount val="5"/>
                <c:pt idx="0">
                  <c:v>Mar-21</c:v>
                </c:pt>
                <c:pt idx="1">
                  <c:v>Mar-22</c:v>
                </c:pt>
                <c:pt idx="2">
                  <c:v>Mar-23</c:v>
                </c:pt>
                <c:pt idx="3">
                  <c:v>Mar-24</c:v>
                </c:pt>
                <c:pt idx="4">
                  <c:v>Nov-25</c:v>
                </c:pt>
              </c:strCache>
            </c:strRef>
          </c:cat>
          <c:val>
            <c:numRef>
              <c:f>'Asset Mix - Over 3 years'!$I$14:$I$18</c:f>
              <c:numCache>
                <c:formatCode>0%</c:formatCode>
                <c:ptCount val="5"/>
                <c:pt idx="0">
                  <c:v>0.14000000000000001</c:v>
                </c:pt>
                <c:pt idx="1">
                  <c:v>0.14000000000000001</c:v>
                </c:pt>
                <c:pt idx="2">
                  <c:v>0.13</c:v>
                </c:pt>
                <c:pt idx="3">
                  <c:v>0.107729931963744</c:v>
                </c:pt>
                <c:pt idx="4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449-4712-8898-BA3DF18443D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47258192"/>
        <c:axId val="1347248592"/>
      </c:barChart>
      <c:catAx>
        <c:axId val="1347258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1347248592"/>
        <c:crosses val="autoZero"/>
        <c:auto val="1"/>
        <c:lblAlgn val="ctr"/>
        <c:lblOffset val="100"/>
        <c:noMultiLvlLbl val="1"/>
      </c:catAx>
      <c:valAx>
        <c:axId val="134724859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34725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Ubuntu" panose="020B05040306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Ubuntu" panose="020B050403060203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r>
              <a:rPr lang="en-US" sz="1800" b="1">
                <a:latin typeface="Ubuntu" panose="020B0504030602030204" pitchFamily="34" charset="0"/>
              </a:rPr>
              <a:t>SIP Book in K</a:t>
            </a:r>
            <a:r>
              <a:rPr lang="en-US" sz="1800" b="1" baseline="0">
                <a:latin typeface="Ubuntu" panose="020B0504030602030204" pitchFamily="34" charset="0"/>
              </a:rPr>
              <a:t> Cr</a:t>
            </a:r>
            <a:endParaRPr lang="en-US" sz="1800" b="1">
              <a:latin typeface="Ubuntu" panose="020B0504030602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Ubuntu" panose="020B0504030602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2943736307440803E-2"/>
          <c:y val="4.7602279757211208E-2"/>
          <c:w val="0.96835975569292243"/>
          <c:h val="0.881270472748730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Book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Sheet1!$A$6:$A$19</c:f>
              <c:numCache>
                <c:formatCode>mmm\-yy</c:formatCode>
                <c:ptCount val="14"/>
                <c:pt idx="0">
                  <c:v>44621</c:v>
                </c:pt>
                <c:pt idx="1">
                  <c:v>44713</c:v>
                </c:pt>
                <c:pt idx="2">
                  <c:v>44805</c:v>
                </c:pt>
                <c:pt idx="3">
                  <c:v>44896</c:v>
                </c:pt>
                <c:pt idx="4">
                  <c:v>44986</c:v>
                </c:pt>
                <c:pt idx="5">
                  <c:v>45078</c:v>
                </c:pt>
                <c:pt idx="6">
                  <c:v>45170</c:v>
                </c:pt>
                <c:pt idx="7">
                  <c:v>45261</c:v>
                </c:pt>
                <c:pt idx="8">
                  <c:v>45352</c:v>
                </c:pt>
                <c:pt idx="9">
                  <c:v>45444</c:v>
                </c:pt>
                <c:pt idx="10">
                  <c:v>45536</c:v>
                </c:pt>
                <c:pt idx="11">
                  <c:v>45627</c:v>
                </c:pt>
                <c:pt idx="12">
                  <c:v>45717</c:v>
                </c:pt>
                <c:pt idx="13">
                  <c:v>45962</c:v>
                </c:pt>
              </c:numCache>
            </c:numRef>
          </c:cat>
          <c:val>
            <c:numRef>
              <c:f>Sheet1!$B$6:$B$19</c:f>
              <c:numCache>
                <c:formatCode>0.0</c:formatCode>
                <c:ptCount val="14"/>
                <c:pt idx="0">
                  <c:v>12.327999999999999</c:v>
                </c:pt>
                <c:pt idx="1">
                  <c:v>12.276</c:v>
                </c:pt>
                <c:pt idx="2">
                  <c:v>12.976000000000001</c:v>
                </c:pt>
                <c:pt idx="3">
                  <c:v>13.573</c:v>
                </c:pt>
                <c:pt idx="4">
                  <c:v>14.276</c:v>
                </c:pt>
                <c:pt idx="5">
                  <c:v>14.734</c:v>
                </c:pt>
                <c:pt idx="6">
                  <c:v>16.042000000000002</c:v>
                </c:pt>
                <c:pt idx="7">
                  <c:v>17.61</c:v>
                </c:pt>
                <c:pt idx="8">
                  <c:v>19.271000000000001</c:v>
                </c:pt>
                <c:pt idx="9">
                  <c:v>21.262</c:v>
                </c:pt>
                <c:pt idx="10">
                  <c:v>24.509</c:v>
                </c:pt>
                <c:pt idx="11">
                  <c:v>26.5</c:v>
                </c:pt>
                <c:pt idx="12">
                  <c:v>25.9</c:v>
                </c:pt>
                <c:pt idx="13">
                  <c:v>29.4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4-418A-9A41-84C55AB43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-27"/>
        <c:axId val="909793568"/>
        <c:axId val="909777248"/>
      </c:barChart>
      <c:catAx>
        <c:axId val="90979356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909777248"/>
        <c:crosses val="autoZero"/>
        <c:auto val="0"/>
        <c:lblAlgn val="ctr"/>
        <c:lblOffset val="100"/>
        <c:noMultiLvlLbl val="0"/>
      </c:catAx>
      <c:valAx>
        <c:axId val="909777248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9793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solidFill>
                <a:srgbClr val="FF0000"/>
              </a:solidFill>
            </a:ln>
            <a:effectLst/>
          </c:spPr>
          <c:invertIfNegative val="0"/>
          <c:dPt>
            <c:idx val="6"/>
            <c:invertIfNegative val="0"/>
            <c:bubble3D val="0"/>
            <c:spPr>
              <a:noFill/>
              <a:ln w="28575">
                <a:solidFill>
                  <a:srgbClr val="FF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C939-4E52-AFFB-3CDF79991431}"/>
              </c:ext>
            </c:extLst>
          </c:dPt>
          <c:dPt>
            <c:idx val="7"/>
            <c:invertIfNegative val="0"/>
            <c:bubble3D val="0"/>
            <c:spPr>
              <a:noFill/>
              <a:ln w="28575">
                <a:solidFill>
                  <a:srgbClr val="FF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39-4E52-AFFB-3CDF79991431}"/>
              </c:ext>
            </c:extLst>
          </c:dPt>
          <c:dPt>
            <c:idx val="8"/>
            <c:invertIfNegative val="0"/>
            <c:bubble3D val="0"/>
            <c:spPr>
              <a:noFill/>
              <a:ln w="28575">
                <a:solidFill>
                  <a:srgbClr val="FF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939-4E52-AFFB-3CDF79991431}"/>
              </c:ext>
            </c:extLst>
          </c:dPt>
          <c:dPt>
            <c:idx val="9"/>
            <c:invertIfNegative val="0"/>
            <c:bubble3D val="0"/>
            <c:spPr>
              <a:noFill/>
              <a:ln w="28575">
                <a:solidFill>
                  <a:srgbClr val="FF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939-4E52-AFFB-3CDF7999143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Projection!$B$23:$B$32</c:f>
              <c:strCache>
                <c:ptCount val="10"/>
                <c:pt idx="0">
                  <c:v>Mar'2020</c:v>
                </c:pt>
                <c:pt idx="1">
                  <c:v>Mar'2021</c:v>
                </c:pt>
                <c:pt idx="2">
                  <c:v>Mar'2022</c:v>
                </c:pt>
                <c:pt idx="3">
                  <c:v>Mar'2023</c:v>
                </c:pt>
                <c:pt idx="4">
                  <c:v>Mar'2024</c:v>
                </c:pt>
                <c:pt idx="5">
                  <c:v>Mar'2025</c:v>
                </c:pt>
                <c:pt idx="6">
                  <c:v>Mar'2026</c:v>
                </c:pt>
                <c:pt idx="7">
                  <c:v>Mar'2027</c:v>
                </c:pt>
                <c:pt idx="8">
                  <c:v>Mar'2028</c:v>
                </c:pt>
                <c:pt idx="9">
                  <c:v>Mar'2029</c:v>
                </c:pt>
              </c:strCache>
            </c:strRef>
          </c:cat>
          <c:val>
            <c:numRef>
              <c:f>Projection!$C$23:$C$32</c:f>
              <c:numCache>
                <c:formatCode>#,##0.00</c:formatCode>
                <c:ptCount val="10"/>
                <c:pt idx="0">
                  <c:v>24.833000200000001</c:v>
                </c:pt>
                <c:pt idx="1">
                  <c:v>32.436801899999999</c:v>
                </c:pt>
                <c:pt idx="2">
                  <c:v>38.1738438</c:v>
                </c:pt>
                <c:pt idx="3">
                  <c:v>40.664754000000002</c:v>
                </c:pt>
                <c:pt idx="4">
                  <c:v>55.7644947</c:v>
                </c:pt>
                <c:pt idx="5">
                  <c:v>67.653514800000011</c:v>
                </c:pt>
                <c:pt idx="6">
                  <c:v>82.981644621752665</c:v>
                </c:pt>
                <c:pt idx="7">
                  <c:v>101.78264003706798</c:v>
                </c:pt>
                <c:pt idx="8">
                  <c:v>124.84334168281451</c:v>
                </c:pt>
                <c:pt idx="9">
                  <c:v>153.12886320158125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FE-4DAF-B8F2-FA21886E1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3434800"/>
        <c:axId val="1493432320"/>
      </c:barChart>
      <c:catAx>
        <c:axId val="1493434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1493432320"/>
        <c:crosses val="autoZero"/>
        <c:auto val="1"/>
        <c:lblAlgn val="ctr"/>
        <c:lblOffset val="100"/>
        <c:noMultiLvlLbl val="0"/>
      </c:catAx>
      <c:valAx>
        <c:axId val="1493432320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1493434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Industry AUM (₹ Lac Cr)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bg2">
                  <a:lumMod val="25000"/>
                </a:schemeClr>
              </a:solidFill>
              <a:latin typeface="Ubuntu" panose="020B0504030602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401382295270806E-2"/>
          <c:y val="0.19905398531400251"/>
          <c:w val="0.9393763578383002"/>
          <c:h val="0.707255340400962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Sheet2!$B$4</c:f>
              <c:strCache>
                <c:ptCount val="1"/>
                <c:pt idx="0">
                  <c:v>AAUM</c:v>
                </c:pt>
              </c:strCache>
            </c:strRef>
          </c:tx>
          <c:spPr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Sheet2!$A$5:$A$17</c:f>
              <c:numCache>
                <c:formatCode>mmm\-yy</c:formatCode>
                <c:ptCount val="13"/>
                <c:pt idx="0">
                  <c:v>41364</c:v>
                </c:pt>
                <c:pt idx="1">
                  <c:v>41729</c:v>
                </c:pt>
                <c:pt idx="2">
                  <c:v>42460</c:v>
                </c:pt>
                <c:pt idx="3">
                  <c:v>42825</c:v>
                </c:pt>
                <c:pt idx="4">
                  <c:v>43190</c:v>
                </c:pt>
                <c:pt idx="5">
                  <c:v>43555</c:v>
                </c:pt>
                <c:pt idx="6">
                  <c:v>43921</c:v>
                </c:pt>
                <c:pt idx="7">
                  <c:v>44286</c:v>
                </c:pt>
                <c:pt idx="8">
                  <c:v>44651</c:v>
                </c:pt>
                <c:pt idx="9">
                  <c:v>45016</c:v>
                </c:pt>
                <c:pt idx="10">
                  <c:v>45382</c:v>
                </c:pt>
                <c:pt idx="11">
                  <c:v>45747</c:v>
                </c:pt>
                <c:pt idx="12">
                  <c:v>45991</c:v>
                </c:pt>
              </c:numCache>
            </c:numRef>
          </c:cat>
          <c:val>
            <c:numRef>
              <c:f>Sheet2!$B$5:$B$17</c:f>
              <c:numCache>
                <c:formatCode>0.0</c:formatCode>
                <c:ptCount val="13"/>
                <c:pt idx="0">
                  <c:v>1.6572905100000002</c:v>
                </c:pt>
                <c:pt idx="1">
                  <c:v>1.71379101</c:v>
                </c:pt>
                <c:pt idx="2">
                  <c:v>2.6636257300000001</c:v>
                </c:pt>
                <c:pt idx="3">
                  <c:v>3.7638878000000004</c:v>
                </c:pt>
                <c:pt idx="4">
                  <c:v>4.9996892799999992</c:v>
                </c:pt>
                <c:pt idx="5">
                  <c:v>5.5746417100000007</c:v>
                </c:pt>
                <c:pt idx="6">
                  <c:v>5.149004399999999</c:v>
                </c:pt>
                <c:pt idx="7">
                  <c:v>6.8950800700000006</c:v>
                </c:pt>
                <c:pt idx="8">
                  <c:v>8.7000727812000012</c:v>
                </c:pt>
                <c:pt idx="9">
                  <c:v>9.6432721846000007</c:v>
                </c:pt>
                <c:pt idx="10">
                  <c:v>13.575116729900001</c:v>
                </c:pt>
                <c:pt idx="11">
                  <c:v>15.808661569599749</c:v>
                </c:pt>
                <c:pt idx="12">
                  <c:v>18.897929322099849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8A-4A14-88DB-F87AD1CBF7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31"/>
        <c:overlap val="-27"/>
        <c:axId val="968095615"/>
        <c:axId val="968082655"/>
      </c:barChart>
      <c:catAx>
        <c:axId val="968095615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968082655"/>
        <c:crosses val="autoZero"/>
        <c:auto val="0"/>
        <c:lblAlgn val="ctr"/>
        <c:lblOffset val="100"/>
        <c:noMultiLvlLbl val="0"/>
      </c:catAx>
      <c:valAx>
        <c:axId val="968082655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095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2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baseline="0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Folio Count in </a:t>
            </a:r>
            <a:r>
              <a:rPr lang="en-US" sz="1800" b="1" i="0" u="none" strike="noStrike" kern="1200" baseline="0" dirty="0" err="1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Crs</a:t>
            </a:r>
            <a:endParaRPr lang="en-US" sz="1800" b="1" i="0" u="none" strike="noStrike" kern="1200" baseline="0" dirty="0">
              <a:solidFill>
                <a:schemeClr val="bg2">
                  <a:lumMod val="25000"/>
                </a:schemeClr>
              </a:solidFill>
              <a:latin typeface="Ubuntu" panose="020B0504030602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5058483216971069E-2"/>
          <c:y val="0.14900122594921883"/>
          <c:w val="0.95054767581257926"/>
          <c:h val="0.758132942361361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Sheet2!$D$4</c:f>
              <c:strCache>
                <c:ptCount val="1"/>
                <c:pt idx="0">
                  <c:v>Folio</c:v>
                </c:pt>
              </c:strCache>
            </c:strRef>
          </c:tx>
          <c:spPr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Sheet2!$A$5:$A$17</c:f>
              <c:numCache>
                <c:formatCode>mmm\-yy</c:formatCode>
                <c:ptCount val="13"/>
                <c:pt idx="0">
                  <c:v>41364</c:v>
                </c:pt>
                <c:pt idx="1">
                  <c:v>41729</c:v>
                </c:pt>
                <c:pt idx="2">
                  <c:v>42460</c:v>
                </c:pt>
                <c:pt idx="3">
                  <c:v>42825</c:v>
                </c:pt>
                <c:pt idx="4">
                  <c:v>43190</c:v>
                </c:pt>
                <c:pt idx="5">
                  <c:v>43555</c:v>
                </c:pt>
                <c:pt idx="6">
                  <c:v>43921</c:v>
                </c:pt>
                <c:pt idx="7">
                  <c:v>44286</c:v>
                </c:pt>
                <c:pt idx="8">
                  <c:v>44651</c:v>
                </c:pt>
                <c:pt idx="9">
                  <c:v>45016</c:v>
                </c:pt>
                <c:pt idx="10">
                  <c:v>45382</c:v>
                </c:pt>
                <c:pt idx="11">
                  <c:v>45747</c:v>
                </c:pt>
                <c:pt idx="12">
                  <c:v>45991</c:v>
                </c:pt>
              </c:numCache>
            </c:numRef>
          </c:cat>
          <c:val>
            <c:numRef>
              <c:f>Sheet2!$D$5:$D$17</c:f>
              <c:numCache>
                <c:formatCode>0.0</c:formatCode>
                <c:ptCount val="13"/>
                <c:pt idx="0">
                  <c:v>2.6801046999999998</c:v>
                </c:pt>
                <c:pt idx="1">
                  <c:v>2.8125236999999998</c:v>
                </c:pt>
                <c:pt idx="2">
                  <c:v>3.2323662999999998</c:v>
                </c:pt>
                <c:pt idx="3">
                  <c:v>3.6534618000000001</c:v>
                </c:pt>
                <c:pt idx="4">
                  <c:v>4.2939069999999999</c:v>
                </c:pt>
                <c:pt idx="5">
                  <c:v>2.9804805000000001</c:v>
                </c:pt>
                <c:pt idx="6">
                  <c:v>2.8960829000000001</c:v>
                </c:pt>
                <c:pt idx="7">
                  <c:v>2.8497732</c:v>
                </c:pt>
                <c:pt idx="8">
                  <c:v>3.7082202999999998</c:v>
                </c:pt>
                <c:pt idx="9">
                  <c:v>4.1968316000000003</c:v>
                </c:pt>
                <c:pt idx="10">
                  <c:v>4.9566898999999998</c:v>
                </c:pt>
                <c:pt idx="11">
                  <c:v>5.9515228999999996</c:v>
                </c:pt>
                <c:pt idx="12">
                  <c:v>6.3794608000000004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BC-407E-9DE5-F000B7C25EE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68095615"/>
        <c:axId val="968082655"/>
      </c:barChart>
      <c:catAx>
        <c:axId val="968095615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1" i="0" u="none" strike="noStrike" kern="1200" baseline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968082655"/>
        <c:crosses val="autoZero"/>
        <c:auto val="0"/>
        <c:lblAlgn val="ctr"/>
        <c:lblOffset val="100"/>
        <c:noMultiLvlLbl val="0"/>
      </c:catAx>
      <c:valAx>
        <c:axId val="968082655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095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2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0152730993902698E-2"/>
          <c:y val="4.4783707834552253E-2"/>
          <c:w val="0.97640642988103865"/>
          <c:h val="0.801921813487426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Sheet1!$A$25</c:f>
              <c:strCache>
                <c:ptCount val="1"/>
                <c:pt idx="0">
                  <c:v>Debt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Sheet1!$B$24:$G$24</c:f>
              <c:numCache>
                <c:formatCode>mmm\-yy</c:formatCode>
                <c:ptCount val="6"/>
                <c:pt idx="0">
                  <c:v>44256</c:v>
                </c:pt>
                <c:pt idx="1">
                  <c:v>44621</c:v>
                </c:pt>
                <c:pt idx="2">
                  <c:v>44986</c:v>
                </c:pt>
                <c:pt idx="3">
                  <c:v>45352</c:v>
                </c:pt>
                <c:pt idx="4">
                  <c:v>45717</c:v>
                </c:pt>
                <c:pt idx="5">
                  <c:v>45962</c:v>
                </c:pt>
              </c:numCache>
            </c:numRef>
          </c:cat>
          <c:val>
            <c:numRef>
              <c:f>Sheet1!$B$25:$G$25</c:f>
              <c:numCache>
                <c:formatCode>0%</c:formatCode>
                <c:ptCount val="6"/>
                <c:pt idx="0">
                  <c:v>0.24114968109427626</c:v>
                </c:pt>
                <c:pt idx="1">
                  <c:v>0.16781798278575963</c:v>
                </c:pt>
                <c:pt idx="2">
                  <c:v>0.14584278282529603</c:v>
                </c:pt>
                <c:pt idx="3">
                  <c:v>0.10432904500873075</c:v>
                </c:pt>
                <c:pt idx="4">
                  <c:v>8.9482733296050429E-2</c:v>
                </c:pt>
                <c:pt idx="5">
                  <c:v>7.9831322833648591E-2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BC-4911-BE65-64FD04C2CBB8}"/>
            </c:ext>
          </c:extLst>
        </c:ser>
        <c:ser>
          <c:idx val="1"/>
          <c:order val="1"/>
          <c:tx>
            <c:strRef>
              <c:f>Sheet1!$A$26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Sheet1!$B$24:$G$24</c:f>
              <c:numCache>
                <c:formatCode>mmm\-yy</c:formatCode>
                <c:ptCount val="6"/>
                <c:pt idx="0">
                  <c:v>44256</c:v>
                </c:pt>
                <c:pt idx="1">
                  <c:v>44621</c:v>
                </c:pt>
                <c:pt idx="2">
                  <c:v>44986</c:v>
                </c:pt>
                <c:pt idx="3">
                  <c:v>45352</c:v>
                </c:pt>
                <c:pt idx="4">
                  <c:v>45717</c:v>
                </c:pt>
                <c:pt idx="5">
                  <c:v>45962</c:v>
                </c:pt>
              </c:numCache>
            </c:numRef>
          </c:cat>
          <c:val>
            <c:numRef>
              <c:f>Sheet1!$B$26:$G$26</c:f>
              <c:numCache>
                <c:formatCode>0%</c:formatCode>
                <c:ptCount val="6"/>
                <c:pt idx="0">
                  <c:v>0.1597531992112167</c:v>
                </c:pt>
                <c:pt idx="1">
                  <c:v>0.17954014313119704</c:v>
                </c:pt>
                <c:pt idx="2">
                  <c:v>0.17313091064918265</c:v>
                </c:pt>
                <c:pt idx="3">
                  <c:v>0.1671034137056148</c:v>
                </c:pt>
                <c:pt idx="4">
                  <c:v>0.16591097600847537</c:v>
                </c:pt>
                <c:pt idx="5">
                  <c:v>0.16522696801751874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BC-4911-BE65-64FD04C2CBB8}"/>
            </c:ext>
          </c:extLst>
        </c:ser>
        <c:ser>
          <c:idx val="2"/>
          <c:order val="2"/>
          <c:tx>
            <c:strRef>
              <c:f>Sheet1!$A$27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Sheet1!$B$24:$G$24</c:f>
              <c:numCache>
                <c:formatCode>mmm\-yy</c:formatCode>
                <c:ptCount val="6"/>
                <c:pt idx="0">
                  <c:v>44256</c:v>
                </c:pt>
                <c:pt idx="1">
                  <c:v>44621</c:v>
                </c:pt>
                <c:pt idx="2">
                  <c:v>44986</c:v>
                </c:pt>
                <c:pt idx="3">
                  <c:v>45352</c:v>
                </c:pt>
                <c:pt idx="4">
                  <c:v>45717</c:v>
                </c:pt>
                <c:pt idx="5">
                  <c:v>45962</c:v>
                </c:pt>
              </c:numCache>
            </c:numRef>
          </c:cat>
          <c:val>
            <c:numRef>
              <c:f>Sheet1!$B$27:$G$27</c:f>
              <c:numCache>
                <c:formatCode>0%</c:formatCode>
                <c:ptCount val="6"/>
                <c:pt idx="0">
                  <c:v>0.55810687489231725</c:v>
                </c:pt>
                <c:pt idx="1">
                  <c:v>0.62400673831888043</c:v>
                </c:pt>
                <c:pt idx="2">
                  <c:v>0.6484521622548487</c:v>
                </c:pt>
                <c:pt idx="3">
                  <c:v>0.70643267057221193</c:v>
                </c:pt>
                <c:pt idx="4">
                  <c:v>0.72495440276478362</c:v>
                </c:pt>
                <c:pt idx="5">
                  <c:v>0.73802843947509078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BC-4911-BE65-64FD04C2CBB8}"/>
            </c:ext>
          </c:extLst>
        </c:ser>
        <c:ser>
          <c:idx val="3"/>
          <c:order val="3"/>
          <c:tx>
            <c:strRef>
              <c:f>Sheet1!$A$28</c:f>
              <c:strCache>
                <c:ptCount val="1"/>
                <c:pt idx="0">
                  <c:v>Liquid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4.17391228138084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BC-4911-BE65-64FD04C2CBB8}"/>
                </c:ext>
              </c:extLst>
            </c:dLbl>
            <c:dLbl>
              <c:idx val="1"/>
              <c:layout>
                <c:manualLayout>
                  <c:x val="-2.6881720430107529E-3"/>
                  <c:y val="-4.637680312645384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6BC-4911-BE65-64FD04C2CBB8}"/>
                </c:ext>
              </c:extLst>
            </c:dLbl>
            <c:dLbl>
              <c:idx val="2"/>
              <c:layout>
                <c:manualLayout>
                  <c:x val="2.6881720430107529E-3"/>
                  <c:y val="-3.246376218851768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BC-4911-BE65-64FD04C2CBB8}"/>
                </c:ext>
              </c:extLst>
            </c:dLbl>
            <c:dLbl>
              <c:idx val="3"/>
              <c:layout>
                <c:manualLayout>
                  <c:x val="0"/>
                  <c:y val="-3.246376218851768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6BC-4911-BE65-64FD04C2CBB8}"/>
                </c:ext>
              </c:extLst>
            </c:dLbl>
            <c:dLbl>
              <c:idx val="4"/>
              <c:layout>
                <c:manualLayout>
                  <c:x val="-9.8565169610477358E-17"/>
                  <c:y val="-3.246376218851770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6BC-4911-BE65-64FD04C2CBB8}"/>
                </c:ext>
              </c:extLst>
            </c:dLbl>
            <c:dLbl>
              <c:idx val="5"/>
              <c:layout>
                <c:manualLayout>
                  <c:x val="0"/>
                  <c:y val="-2.066741091044013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6BC-4911-BE65-64FD04C2CB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Ubuntu" panose="020B0504030602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Sheet1!$B$24:$G$24</c:f>
              <c:numCache>
                <c:formatCode>mmm\-yy</c:formatCode>
                <c:ptCount val="6"/>
                <c:pt idx="0">
                  <c:v>44256</c:v>
                </c:pt>
                <c:pt idx="1">
                  <c:v>44621</c:v>
                </c:pt>
                <c:pt idx="2">
                  <c:v>44986</c:v>
                </c:pt>
                <c:pt idx="3">
                  <c:v>45352</c:v>
                </c:pt>
                <c:pt idx="4">
                  <c:v>45717</c:v>
                </c:pt>
                <c:pt idx="5">
                  <c:v>45962</c:v>
                </c:pt>
              </c:numCache>
            </c:numRef>
          </c:cat>
          <c:val>
            <c:numRef>
              <c:f>Sheet1!$B$28:$G$28</c:f>
              <c:numCache>
                <c:formatCode>0%</c:formatCode>
                <c:ptCount val="6"/>
                <c:pt idx="0">
                  <c:v>4.0990244802189803E-2</c:v>
                </c:pt>
                <c:pt idx="1">
                  <c:v>2.8635135764162978E-2</c:v>
                </c:pt>
                <c:pt idx="2">
                  <c:v>3.2574144270672574E-2</c:v>
                </c:pt>
                <c:pt idx="3">
                  <c:v>2.213487071344267E-2</c:v>
                </c:pt>
                <c:pt idx="4">
                  <c:v>1.9651887930690625E-2</c:v>
                </c:pt>
                <c:pt idx="5">
                  <c:v>1.6913269673741939E-2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6BC-4911-BE65-64FD04C2CBB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28593184"/>
        <c:axId val="228582624"/>
      </c:barChart>
      <c:catAx>
        <c:axId val="22859318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228582624"/>
        <c:crosses val="autoZero"/>
        <c:auto val="0"/>
        <c:lblAlgn val="ctr"/>
        <c:lblOffset val="100"/>
        <c:noMultiLvlLbl val="0"/>
      </c:catAx>
      <c:valAx>
        <c:axId val="22858262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59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Ubuntu" panose="020B05040306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75000"/>
          <a:lumOff val="2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cap="all" spc="120" normalizeH="0" baseline="0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Industry sip book in </a:t>
            </a:r>
            <a:r>
              <a:rPr lang="en-IN" sz="1400" b="1" i="0" u="none" strike="noStrike" kern="1200" cap="all" spc="120" normalizeH="0" baseline="0" dirty="0" err="1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crs</a:t>
            </a:r>
            <a:endParaRPr lang="en-IN" sz="1400" b="1" i="0" u="none" strike="noStrike" kern="1200" cap="all" spc="120" normalizeH="0" baseline="0" dirty="0">
              <a:solidFill>
                <a:schemeClr val="bg2">
                  <a:lumMod val="25000"/>
                </a:schemeClr>
              </a:solidFill>
              <a:latin typeface="Ubuntu" panose="020B0504030602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3.2982796896341253E-2"/>
          <c:y val="0.11415984830915327"/>
          <c:w val="0.94479494131399566"/>
          <c:h val="0.757224326159661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Sheet2!$C$4</c:f>
              <c:strCache>
                <c:ptCount val="1"/>
                <c:pt idx="0">
                  <c:v>SIPBook AMT</c:v>
                </c:pt>
              </c:strCache>
            </c:strRef>
          </c:tx>
          <c:spPr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Sheet2!$A$5:$A$17</c:f>
              <c:numCache>
                <c:formatCode>mmm\-yy</c:formatCode>
                <c:ptCount val="13"/>
                <c:pt idx="0">
                  <c:v>41364</c:v>
                </c:pt>
                <c:pt idx="1">
                  <c:v>41729</c:v>
                </c:pt>
                <c:pt idx="2">
                  <c:v>42460</c:v>
                </c:pt>
                <c:pt idx="3">
                  <c:v>42825</c:v>
                </c:pt>
                <c:pt idx="4">
                  <c:v>43190</c:v>
                </c:pt>
                <c:pt idx="5">
                  <c:v>43555</c:v>
                </c:pt>
                <c:pt idx="6">
                  <c:v>43921</c:v>
                </c:pt>
                <c:pt idx="7">
                  <c:v>44286</c:v>
                </c:pt>
                <c:pt idx="8">
                  <c:v>44651</c:v>
                </c:pt>
                <c:pt idx="9">
                  <c:v>45016</c:v>
                </c:pt>
                <c:pt idx="10">
                  <c:v>45382</c:v>
                </c:pt>
                <c:pt idx="11">
                  <c:v>45747</c:v>
                </c:pt>
                <c:pt idx="12">
                  <c:v>45991</c:v>
                </c:pt>
              </c:numCache>
            </c:numRef>
          </c:cat>
          <c:val>
            <c:numRef>
              <c:f>Sheet2!$C$5:$C$17</c:f>
              <c:numCache>
                <c:formatCode>0</c:formatCode>
                <c:ptCount val="13"/>
                <c:pt idx="0">
                  <c:v>544.85699999999997</c:v>
                </c:pt>
                <c:pt idx="1">
                  <c:v>526.27500000000009</c:v>
                </c:pt>
                <c:pt idx="2">
                  <c:v>1124.499399999999</c:v>
                </c:pt>
                <c:pt idx="3">
                  <c:v>1605.42289999999</c:v>
                </c:pt>
                <c:pt idx="4">
                  <c:v>2571.6575999999995</c:v>
                </c:pt>
                <c:pt idx="5">
                  <c:v>2966.6247000000003</c:v>
                </c:pt>
                <c:pt idx="6">
                  <c:v>2828.530999999999</c:v>
                </c:pt>
                <c:pt idx="7">
                  <c:v>2729.4760000000001</c:v>
                </c:pt>
                <c:pt idx="8">
                  <c:v>4326.8863799999999</c:v>
                </c:pt>
                <c:pt idx="9">
                  <c:v>5055.8921199999986</c:v>
                </c:pt>
                <c:pt idx="10">
                  <c:v>6436.4028200000002</c:v>
                </c:pt>
                <c:pt idx="11">
                  <c:v>8341.3294800012518</c:v>
                </c:pt>
                <c:pt idx="12">
                  <c:v>9258.0424600012102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7E-411C-B237-D1B32AA176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49"/>
        <c:overlap val="-27"/>
        <c:axId val="968095615"/>
        <c:axId val="968082655"/>
      </c:barChart>
      <c:catAx>
        <c:axId val="968095615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pPr>
            <a:endParaRPr lang="en-US"/>
          </a:p>
        </c:txPr>
        <c:crossAx val="968082655"/>
        <c:crosses val="autoZero"/>
        <c:auto val="0"/>
        <c:lblAlgn val="ctr"/>
        <c:lblOffset val="100"/>
        <c:noMultiLvlLbl val="0"/>
      </c:catAx>
      <c:valAx>
        <c:axId val="968082655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095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2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0.04661</cdr:x>
      <cdr:y>0.50593</cdr:y>
    </cdr:from>
    <cdr:to>
      <cdr:x>0.27292</cdr:x>
      <cdr:y>0.76926</cdr:y>
    </cdr:to>
    <cdr:grpSp>
      <cdr:nvGrpSpPr>
        <cdr:cNvPr id="2" name="Group 1">
          <a:extLst xmlns:a="http://schemas.openxmlformats.org/drawingml/2006/main">
            <a:ext uri="{FF2B5EF4-FFF2-40B4-BE49-F238E27FC236}">
              <a16:creationId xmlns:a16="http://schemas.microsoft.com/office/drawing/2014/main" id="{15EF6EFA-6EE3-7A09-0624-DB2B35ECCB06}"/>
            </a:ext>
          </a:extLst>
        </cdr:cNvPr>
        <cdr:cNvGrpSpPr/>
      </cdr:nvGrpSpPr>
      <cdr:grpSpPr>
        <a:xfrm xmlns:a="http://schemas.openxmlformats.org/drawingml/2006/main">
          <a:off x="568269" y="2382477"/>
          <a:ext cx="2759171" cy="1240054"/>
          <a:chOff x="1217461" y="-141358"/>
          <a:chExt cx="1754244" cy="930030"/>
        </a:xfrm>
      </cdr:grpSpPr>
      <cdr:cxnSp macro="">
        <cdr:nvCxnSpPr>
          <cdr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8435AADF-9A62-C428-270F-CBD5D00DDA6A}"/>
              </a:ext>
            </a:extLst>
          </cdr:cNvPr>
          <cdr:cNvCxnSpPr>
            <a:cxnSpLocks xmlns:a="http://schemas.openxmlformats.org/drawingml/2006/main"/>
          </cdr:cNvCxnSpPr>
        </cdr:nvCxnSpPr>
        <cdr:spPr>
          <a:xfrm xmlns:a="http://schemas.openxmlformats.org/drawingml/2006/main" flipV="1">
            <a:off x="2100658" y="444839"/>
            <a:ext cx="0" cy="17971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  <cdr:sp macro="" textlink="">
        <cdr:nvSpPr>
          <cdr:cNvPr id="4" name="object 7">
            <a:extLst xmlns:a="http://schemas.openxmlformats.org/drawingml/2006/main">
              <a:ext uri="{FF2B5EF4-FFF2-40B4-BE49-F238E27FC236}">
                <a16:creationId xmlns:a16="http://schemas.microsoft.com/office/drawing/2014/main" id="{EA88BF4D-E6A9-8162-D44E-17621316940F}"/>
              </a:ext>
            </a:extLst>
          </cdr:cNvPr>
          <cdr:cNvSpPr txBox="1"/>
        </cdr:nvSpPr>
        <cdr:spPr>
          <a:xfrm xmlns:a="http://schemas.openxmlformats.org/drawingml/2006/main">
            <a:off x="1217461" y="-141358"/>
            <a:ext cx="1754107" cy="1942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 cap="rnd">
            <a:solidFill>
              <a:schemeClr val="bg1">
                <a:lumMod val="50000"/>
              </a:schemeClr>
            </a:solidFill>
            <a:prstDash val="solid"/>
          </a:ln>
        </cdr:spPr>
        <cdr:txBody>
          <a:bodyPr xmlns:a="http://schemas.openxmlformats.org/drawingml/2006/main" vert="horz" wrap="square" lIns="0" tIns="12700" rIns="0" bIns="0" rtlCol="0">
            <a:spAutoFit/>
          </a:bodyPr>
          <a:lstStyle xmlns:a="http://schemas.openxmlformats.org/drawingml/2006/main"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 marL="12700" lvl="0" algn="ctr" defTabSz="914400">
              <a:spcBef>
                <a:spcPts val="100"/>
              </a:spcBef>
              <a:defRPr/>
            </a:pPr>
            <a:r>
              <a:rPr lang="en-US" sz="1600" b="1" kern="0" spc="-10" dirty="0">
                <a:solidFill>
                  <a:prstClr val="white"/>
                </a:solidFill>
                <a:latin typeface="Ubuntu" panose="020B0504030602030204" pitchFamily="34" charset="0"/>
                <a:cs typeface="Avenir Black"/>
              </a:rPr>
              <a:t>2012 - 2016</a:t>
            </a:r>
            <a:endParaRPr kumimoji="0" lang="en-IN" sz="1600" b="1" i="0" u="none" strike="noStrike" kern="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lack"/>
              <a:cs typeface="Avenir Black"/>
            </a:endParaRPr>
          </a:p>
        </cdr:txBody>
      </cdr:sp>
      <cdr:cxnSp macro="">
        <cdr:nvCxnSpPr>
          <cdr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CF13D80A-B24C-E610-5BE3-A9BD73B1B172}"/>
              </a:ext>
            </a:extLst>
          </cdr:cNvPr>
          <cdr:cNvCxnSpPr>
            <a:cxnSpLocks xmlns:a="http://schemas.openxmlformats.org/drawingml/2006/main"/>
          </cdr:cNvCxnSpPr>
        </cdr:nvCxnSpPr>
        <cdr:spPr>
          <a:xfrm xmlns:a="http://schemas.openxmlformats.org/drawingml/2006/main">
            <a:off x="1217598" y="626565"/>
            <a:ext cx="175410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  <cdr:cxnSp macro="">
        <cdr:nvCxnSpPr>
          <cdr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7CA1F656-0B44-043B-0DE9-BEF391309943}"/>
              </a:ext>
            </a:extLst>
          </cdr:cNvPr>
          <cdr:cNvCxnSpPr>
            <a:cxnSpLocks xmlns:a="http://schemas.openxmlformats.org/drawingml/2006/main"/>
          </cdr:cNvCxnSpPr>
        </cdr:nvCxnSpPr>
        <cdr:spPr>
          <a:xfrm xmlns:a="http://schemas.openxmlformats.org/drawingml/2006/main" flipV="1">
            <a:off x="2971705" y="624558"/>
            <a:ext cx="0" cy="164114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  <cdr:sp macro="" textlink="">
        <cdr:nvSpPr>
          <cdr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CEECD70-FDB7-A140-D99B-6F39FEE2E146}"/>
              </a:ext>
            </a:extLst>
          </cdr:cNvPr>
          <cdr:cNvSpPr txBox="1"/>
        </cdr:nvSpPr>
        <cdr:spPr>
          <a:xfrm xmlns:a="http://schemas.openxmlformats.org/drawingml/2006/main">
            <a:off x="1217599" y="247349"/>
            <a:ext cx="1754099" cy="1942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cap="rnd">
            <a:solidFill>
              <a:schemeClr val="bg1">
                <a:lumMod val="50000"/>
              </a:schemeClr>
            </a:solidFill>
            <a:prstDash val="solid"/>
          </a:ln>
        </cdr:spPr>
        <cdr:txBody>
          <a:bodyPr xmlns:a="http://schemas.openxmlformats.org/drawingml/2006/main" vert="horz" wrap="square" lIns="0" tIns="12700" rIns="0" bIns="0" rtlCol="0">
            <a:spAutoFit/>
          </a:bodyPr>
          <a:lstStyle xmlns:a="http://schemas.openxmlformats.org/drawingml/2006/main"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lack"/>
                <a:cs typeface="Avenir Black"/>
              </a:rPr>
              <a:t>+4%</a:t>
            </a:r>
          </a:p>
        </cdr:txBody>
      </cdr:sp>
      <cdr:sp macro="" textlink="">
        <cdr:nvSpPr>
          <cdr:cNvPr id="8" name="object 7">
            <a:extLst xmlns:a="http://schemas.openxmlformats.org/drawingml/2006/main">
              <a:ext uri="{FF2B5EF4-FFF2-40B4-BE49-F238E27FC236}">
                <a16:creationId xmlns:a16="http://schemas.microsoft.com/office/drawing/2014/main" id="{F13C73B9-6DD5-BE4D-8578-F6FFE7D231C6}"/>
              </a:ext>
            </a:extLst>
          </cdr:cNvPr>
          <cdr:cNvSpPr txBox="1"/>
        </cdr:nvSpPr>
        <cdr:spPr>
          <a:xfrm xmlns:a="http://schemas.openxmlformats.org/drawingml/2006/main">
            <a:off x="1217599" y="56132"/>
            <a:ext cx="1754106" cy="1942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cap="rnd">
            <a:solidFill>
              <a:schemeClr val="bg1">
                <a:lumMod val="50000"/>
              </a:schemeClr>
            </a:solidFill>
            <a:prstDash val="solid"/>
          </a:ln>
        </cdr:spPr>
        <cdr:txBody>
          <a:bodyPr xmlns:a="http://schemas.openxmlformats.org/drawingml/2006/main" vert="horz" wrap="square" lIns="0" tIns="12700" rIns="0" bIns="0" rtlCol="0">
            <a:spAutoFit/>
          </a:bodyPr>
          <a:lstStyle xmlns:a="http://schemas.openxmlformats.org/drawingml/2006/main"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lack"/>
                <a:cs typeface="Avenir Black"/>
              </a:rPr>
              <a:t>+2 Mn</a:t>
            </a:r>
          </a:p>
        </cdr:txBody>
      </cdr:sp>
      <cdr:cxnSp macro="">
        <cdr:nvCxnSpPr>
          <cdr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4029B7B1-2017-DC4A-1547-2D81F864E86E}"/>
              </a:ext>
            </a:extLst>
          </cdr:cNvPr>
          <cdr:cNvCxnSpPr>
            <a:cxnSpLocks xmlns:a="http://schemas.openxmlformats.org/drawingml/2006/main"/>
          </cdr:cNvCxnSpPr>
        </cdr:nvCxnSpPr>
        <cdr:spPr>
          <a:xfrm xmlns:a="http://schemas.openxmlformats.org/drawingml/2006/main" flipV="1">
            <a:off x="1217598" y="624558"/>
            <a:ext cx="0" cy="164114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cdr:spPr>
        <cdr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cdr:style>
      </cdr:cxnSp>
    </cdr:grp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64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69982-4925-4C34-AEC0-EBB3CAAF9A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91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69982-4925-4C34-AEC0-EBB3CAAF9A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32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9F4E0-2377-4CAA-A798-AC39DECD00D3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990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69982-4925-4C34-AEC0-EBB3CAAF9A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37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69982-4925-4C34-AEC0-EBB3CAAF9A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70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update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9F4E0-2377-4CAA-A798-AC39DECD00D3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29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602"/>
            <a:r>
              <a:rPr lang="en-US" dirty="0"/>
              <a:t>Need to update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9F4E0-2377-4CAA-A798-AC39DECD00D3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893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602"/>
            <a:r>
              <a:rPr lang="en-US" dirty="0"/>
              <a:t>Need to update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9F4E0-2377-4CAA-A798-AC39DECD00D3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761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55276-603F-4F66-97DB-4B16F8D5AF8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1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200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69982-4925-4C34-AEC0-EBB3CAAF9AE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482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58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8458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59B68C-5915-4D23-A2C6-5B96549FD7A0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3165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200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69982-4925-4C34-AEC0-EBB3CAAF9AE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71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200" dirty="0"/>
              <a:t>Change Wordings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69982-4925-4C34-AEC0-EBB3CAAF9AE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5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6B63F6-C088-5F87-6878-1EED320EAE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4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 userDrawn="1"/>
        </p:nvSpPr>
        <p:spPr bwMode="auto">
          <a:xfrm>
            <a:off x="101600" y="76200"/>
            <a:ext cx="12090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4533">
              <a:solidFill>
                <a:srgbClr val="00A9A8"/>
              </a:solidFill>
              <a:latin typeface="Ubuntu" panose="020B0504030602030204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04800" y="838201"/>
            <a:ext cx="11582400" cy="5287963"/>
          </a:xfrm>
          <a:prstGeom prst="rect">
            <a:avLst/>
          </a:prstGeom>
        </p:spPr>
        <p:txBody>
          <a:bodyPr/>
          <a:lstStyle>
            <a:lvl1pPr>
              <a:defRPr sz="2933">
                <a:latin typeface="Ubuntu" panose="020B0504030602030204" pitchFamily="34" charset="0"/>
              </a:defRPr>
            </a:lvl1pPr>
            <a:lvl2pPr>
              <a:defRPr sz="2667">
                <a:latin typeface="Ubuntu" panose="020B0504030602030204" pitchFamily="34" charset="0"/>
              </a:defRPr>
            </a:lvl2pPr>
            <a:lvl3pPr>
              <a:defRPr sz="2400">
                <a:latin typeface="Ubuntu" panose="020B0504030602030204" pitchFamily="34" charset="0"/>
              </a:defRPr>
            </a:lvl3pPr>
            <a:lvl4pPr marL="1828754" indent="0">
              <a:buNone/>
              <a:defRPr sz="1600">
                <a:latin typeface="Ubuntu" panose="020B0504030602030204" pitchFamily="34" charset="0"/>
              </a:defRPr>
            </a:lvl4pPr>
            <a:lvl5pPr>
              <a:defRPr sz="2667">
                <a:latin typeface="Ubuntu" panose="020B0504030602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11582400" cy="6858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733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134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 userDrawn="1"/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>
                <a:solidFill>
                  <a:schemeClr val="tx1"/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buntu" panose="020B0504030602030204" pitchFamily="34" charset="0"/>
                <a:ea typeface="+mj-ea"/>
                <a:cs typeface="+mj-cs"/>
              </a:rPr>
              <a:t>Click to edit Master title style</a:t>
            </a:r>
            <a:endParaRPr kumimoji="0" lang="en-US" sz="48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buntu" panose="020B0504030602030204" pitchFamily="34" charset="0"/>
              <a:ea typeface="+mj-ea"/>
              <a:cs typeface="+mj-cs"/>
            </a:endParaRPr>
          </a:p>
        </p:txBody>
      </p:sp>
      <p:sp>
        <p:nvSpPr>
          <p:cNvPr id="8" name="Text Placeholder 2"/>
          <p:cNvSpPr txBox="1">
            <a:spLocks/>
          </p:cNvSpPr>
          <p:nvPr userDrawn="1"/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tint val="75000"/>
                  </a:sysClr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Click to edit Master text styles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tint val="75000"/>
                </a:sysClr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9" name="Date Placeholder 3"/>
          <p:cNvSpPr txBox="1">
            <a:spLocks/>
          </p:cNvSpPr>
          <p:nvPr userDrawn="1"/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defRPr sz="1800" kern="120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1CC24F-79AC-4026-89EF-F7E7E46A210C}" type="datetimeFigureOut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1/13/2026</a:t>
            </a:fld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0" name="Footer Placeholder 4"/>
          <p:cNvSpPr txBox="1">
            <a:spLocks/>
          </p:cNvSpPr>
          <p:nvPr userDrawn="1"/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defRPr sz="1800" kern="120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7967EB0A-7672-4A5F-B9BE-1E1827605DAB}" type="slidenum">
              <a:rPr lang="en-US" altLang="en-US" sz="2400" smtClean="0">
                <a:solidFill>
                  <a:prstClr val="black"/>
                </a:solidFill>
                <a:cs typeface="Arial" panose="020B060402020202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sz="24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60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A459024-6EC7-413C-95C5-ECB08D2A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5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5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A459024-6EC7-413C-95C5-ECB08D2A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5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A459024-6EC7-413C-95C5-ECB08D2A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9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A459024-6EC7-413C-95C5-ECB08D2A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2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A459024-6EC7-413C-95C5-ECB08D2A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8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A459024-6EC7-413C-95C5-ECB08D2A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7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A459024-6EC7-413C-95C5-ECB08D2A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7"/>
            <a:ext cx="7734300" cy="581183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A459024-6EC7-413C-95C5-ECB08D2A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26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9EB1-469F-E946-A73F-8AD9F070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C8D20-8232-C6E8-B265-3804DEAA5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774E6-1A2A-C71F-A76D-4AEB1F76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9001F-7E76-B87D-AD1C-4A0CBB57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41C16-276D-72BA-4D16-0DA2C38D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9B55E-EDDD-4513-80F0-D2C8808D0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22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983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28000" y="651600"/>
            <a:ext cx="111360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2281436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 userDrawn="1"/>
        </p:nvSpPr>
        <p:spPr bwMode="auto">
          <a:xfrm>
            <a:off x="101600" y="76200"/>
            <a:ext cx="12090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4533" dirty="0">
              <a:solidFill>
                <a:srgbClr val="00A9A8"/>
              </a:solidFill>
              <a:latin typeface="Ubuntu" panose="020B0504030602030204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04800" y="838201"/>
            <a:ext cx="11582400" cy="5287963"/>
          </a:xfrm>
          <a:prstGeom prst="rect">
            <a:avLst/>
          </a:prstGeom>
        </p:spPr>
        <p:txBody>
          <a:bodyPr/>
          <a:lstStyle>
            <a:lvl1pPr>
              <a:defRPr sz="2933">
                <a:latin typeface="Ubuntu" panose="020B0504030602030204" pitchFamily="34" charset="0"/>
              </a:defRPr>
            </a:lvl1pPr>
            <a:lvl2pPr>
              <a:defRPr sz="2667">
                <a:latin typeface="Ubuntu" panose="020B0504030602030204" pitchFamily="34" charset="0"/>
              </a:defRPr>
            </a:lvl2pPr>
            <a:lvl3pPr>
              <a:defRPr sz="2400">
                <a:latin typeface="Ubuntu" panose="020B0504030602030204" pitchFamily="34" charset="0"/>
              </a:defRPr>
            </a:lvl3pPr>
            <a:lvl4pPr marL="1828754" indent="0">
              <a:buNone/>
              <a:defRPr sz="1600">
                <a:latin typeface="Ubuntu" panose="020B0504030602030204" pitchFamily="34" charset="0"/>
              </a:defRPr>
            </a:lvl4pPr>
            <a:lvl5pPr>
              <a:defRPr sz="2667">
                <a:latin typeface="Ubuntu" panose="020B0504030602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11582400" cy="6858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733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64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226" y="6241291"/>
            <a:ext cx="7617773" cy="616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C0F095-DE38-567B-89E9-B3DD6645E55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9224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Classification: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4345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51" r:id="rId15"/>
  </p:sldLayoutIdLst>
  <p:hf sldNum="0"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11" Type="http://schemas.openxmlformats.org/officeDocument/2006/relationships/image" Target="../media/image41.sv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3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5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5">
            <a:extLst>
              <a:ext uri="{FF2B5EF4-FFF2-40B4-BE49-F238E27FC236}">
                <a16:creationId xmlns:a16="http://schemas.microsoft.com/office/drawing/2014/main" id="{72254BF2-209C-1205-6BF9-FD83CBFC056B}"/>
              </a:ext>
            </a:extLst>
          </p:cNvPr>
          <p:cNvSpPr txBox="1"/>
          <p:nvPr/>
        </p:nvSpPr>
        <p:spPr>
          <a:xfrm>
            <a:off x="318654" y="2543860"/>
            <a:ext cx="11457709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Client Databases: The Invisible Engine Behind Scalable MFD (PFP’s) Practices</a:t>
            </a:r>
            <a:endParaRPr lang="en-US" sz="4500" dirty="0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86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B3D4-A468-47EB-8730-7FF63B56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06652"/>
            <a:ext cx="12192000" cy="644697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Ubuntu" panose="020B0504030602030204"/>
              </a:rPr>
              <a:t>Industry Trends</a:t>
            </a:r>
          </a:p>
        </p:txBody>
      </p:sp>
    </p:spTree>
    <p:extLst>
      <p:ext uri="{BB962C8B-B14F-4D97-AF65-F5344CB8AC3E}">
        <p14:creationId xmlns:p14="http://schemas.microsoft.com/office/powerpoint/2010/main" val="1882587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3BEB7B2-AD7F-B880-1D24-173F0004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06" y="261149"/>
            <a:ext cx="10811084" cy="459017"/>
          </a:xfrm>
        </p:spPr>
        <p:txBody>
          <a:bodyPr>
            <a:noAutofit/>
          </a:bodyPr>
          <a:lstStyle/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Evolution of MF Industry in India – Journey so far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23D3C0-7735-1715-A4F8-811D275D9F19}"/>
              </a:ext>
            </a:extLst>
          </p:cNvPr>
          <p:cNvSpPr txBox="1"/>
          <p:nvPr/>
        </p:nvSpPr>
        <p:spPr>
          <a:xfrm>
            <a:off x="3569" y="6526274"/>
            <a:ext cx="2090520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Ubuntu" panose="020B0504030602030204" pitchFamily="34" charset="0"/>
              </a:rPr>
              <a:t>Source</a:t>
            </a:r>
            <a:r>
              <a:rPr lang="en-US" sz="800" dirty="0">
                <a:latin typeface="Ubuntu" panose="020B0504030602030204" pitchFamily="34" charset="0"/>
              </a:rPr>
              <a:t>: AMFI, SEBI , Industry Research</a:t>
            </a:r>
            <a:endParaRPr lang="en-IN" sz="800" dirty="0">
              <a:latin typeface="Ubuntu" panose="020B0504030602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B363A6-D99C-BB3F-1160-12BE3625C1D1}"/>
              </a:ext>
            </a:extLst>
          </p:cNvPr>
          <p:cNvGrpSpPr/>
          <p:nvPr/>
        </p:nvGrpSpPr>
        <p:grpSpPr>
          <a:xfrm>
            <a:off x="0" y="575474"/>
            <a:ext cx="12011891" cy="5693753"/>
            <a:chOff x="1568944" y="576176"/>
            <a:chExt cx="9099057" cy="5693051"/>
          </a:xfrm>
        </p:grpSpPr>
        <p:graphicFrame>
          <p:nvGraphicFramePr>
            <p:cNvPr id="27" name="Chart 26">
              <a:extLst>
                <a:ext uri="{FF2B5EF4-FFF2-40B4-BE49-F238E27FC236}">
                  <a16:creationId xmlns:a16="http://schemas.microsoft.com/office/drawing/2014/main" id="{3600DF48-9B01-A1BF-F1CF-598E9001A3D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99357812"/>
                </p:ext>
              </p:extLst>
            </p:nvPr>
          </p:nvGraphicFramePr>
          <p:xfrm>
            <a:off x="2313214" y="905578"/>
            <a:ext cx="8354787" cy="454647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B95D26-7C3E-DF33-0B28-1DAD534D5784}"/>
                </a:ext>
              </a:extLst>
            </p:cNvPr>
            <p:cNvSpPr txBox="1"/>
            <p:nvPr/>
          </p:nvSpPr>
          <p:spPr>
            <a:xfrm>
              <a:off x="3753035" y="3633717"/>
              <a:ext cx="812015" cy="43088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Removal of entry load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A67F7EE-FDAD-0D72-94FD-10165B50EB53}"/>
                </a:ext>
              </a:extLst>
            </p:cNvPr>
            <p:cNvCxnSpPr>
              <a:cxnSpLocks/>
              <a:stCxn id="28" idx="2"/>
              <a:endCxn id="90" idx="0"/>
            </p:cNvCxnSpPr>
            <p:nvPr/>
          </p:nvCxnSpPr>
          <p:spPr>
            <a:xfrm flipH="1">
              <a:off x="4159042" y="4064604"/>
              <a:ext cx="1" cy="56033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20FF0E6-C97E-D3B8-C722-1D469FDBE0B5}"/>
                </a:ext>
              </a:extLst>
            </p:cNvPr>
            <p:cNvSpPr txBox="1"/>
            <p:nvPr/>
          </p:nvSpPr>
          <p:spPr>
            <a:xfrm>
              <a:off x="5643612" y="3408347"/>
              <a:ext cx="871824" cy="60016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SIP book Crosses 1000 Cr pm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0062298-9A08-F6A7-9BBB-311BC1A5B187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6079524" y="4008511"/>
              <a:ext cx="53046" cy="26247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51F63F-AFD6-356F-06FA-12867DCCBFD2}"/>
                </a:ext>
              </a:extLst>
            </p:cNvPr>
            <p:cNvSpPr txBox="1"/>
            <p:nvPr/>
          </p:nvSpPr>
          <p:spPr>
            <a:xfrm>
              <a:off x="6225824" y="1985655"/>
              <a:ext cx="1090542" cy="43088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Mutual Fund Sahi</a:t>
              </a:r>
            </a:p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hai Campaign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6EB3CB0-A133-05DD-924E-0E38DFBB4357}"/>
                </a:ext>
              </a:extLst>
            </p:cNvPr>
            <p:cNvCxnSpPr>
              <a:cxnSpLocks/>
              <a:stCxn id="38" idx="2"/>
            </p:cNvCxnSpPr>
            <p:nvPr/>
          </p:nvCxnSpPr>
          <p:spPr>
            <a:xfrm>
              <a:off x="6771095" y="2416542"/>
              <a:ext cx="3502" cy="128471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C45218-99C8-90B9-C0F0-821BBEBEA667}"/>
                </a:ext>
              </a:extLst>
            </p:cNvPr>
            <p:cNvSpPr txBox="1"/>
            <p:nvPr/>
          </p:nvSpPr>
          <p:spPr>
            <a:xfrm>
              <a:off x="7194060" y="2605320"/>
              <a:ext cx="735634" cy="26161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Covid-19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73D360F-4A7D-5DEB-7CE3-9D49693F49DE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 flipH="1">
              <a:off x="7554387" y="2866930"/>
              <a:ext cx="7490" cy="35431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A57BA1-FBD5-8002-3FD9-0E99B667FDB0}"/>
                </a:ext>
              </a:extLst>
            </p:cNvPr>
            <p:cNvCxnSpPr>
              <a:cxnSpLocks/>
            </p:cNvCxnSpPr>
            <p:nvPr/>
          </p:nvCxnSpPr>
          <p:spPr>
            <a:xfrm>
              <a:off x="8987600" y="997696"/>
              <a:ext cx="0" cy="78969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31AD4DD-890E-3FAD-AB39-913A601AA51D}"/>
                </a:ext>
              </a:extLst>
            </p:cNvPr>
            <p:cNvSpPr txBox="1"/>
            <p:nvPr/>
          </p:nvSpPr>
          <p:spPr>
            <a:xfrm>
              <a:off x="7886526" y="752695"/>
              <a:ext cx="1296983" cy="43088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Change in Taxation</a:t>
              </a:r>
            </a:p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(Budget-24)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744A8F0-08C5-3541-2DBD-2820328DC40B}"/>
                </a:ext>
              </a:extLst>
            </p:cNvPr>
            <p:cNvSpPr txBox="1"/>
            <p:nvPr/>
          </p:nvSpPr>
          <p:spPr>
            <a:xfrm>
              <a:off x="9624791" y="576176"/>
              <a:ext cx="856650" cy="60016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SIP Book Crosses </a:t>
              </a:r>
            </a:p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29,500 Cr. PM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FDE72E4-0F02-8F91-DA92-84A93361A41B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592" y="1163816"/>
              <a:ext cx="0" cy="19500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6747D6B-CC55-4797-5D57-94FAA8BE37A4}"/>
                </a:ext>
              </a:extLst>
            </p:cNvPr>
            <p:cNvGrpSpPr/>
            <p:nvPr/>
          </p:nvGrpSpPr>
          <p:grpSpPr>
            <a:xfrm>
              <a:off x="1580592" y="5338606"/>
              <a:ext cx="8946753" cy="452251"/>
              <a:chOff x="52923" y="3784342"/>
              <a:chExt cx="8946753" cy="452251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1505F65-370B-784C-1DF4-39D2D3D35FDD}"/>
                  </a:ext>
                </a:extLst>
              </p:cNvPr>
              <p:cNvCxnSpPr>
                <a:cxnSpLocks/>
                <a:stCxn id="75" idx="3"/>
                <a:endCxn id="69" idx="1"/>
              </p:cNvCxnSpPr>
              <p:nvPr/>
            </p:nvCxnSpPr>
            <p:spPr>
              <a:xfrm flipV="1">
                <a:off x="1138090" y="4015951"/>
                <a:ext cx="7490553" cy="4010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E9E8973-0712-8729-64D1-F2382C7B0FF0}"/>
                  </a:ext>
                </a:extLst>
              </p:cNvPr>
              <p:cNvGrpSpPr/>
              <p:nvPr/>
            </p:nvGrpSpPr>
            <p:grpSpPr>
              <a:xfrm>
                <a:off x="52923" y="3784342"/>
                <a:ext cx="8946753" cy="452251"/>
                <a:chOff x="52923" y="3784342"/>
                <a:chExt cx="8946753" cy="452251"/>
              </a:xfrm>
            </p:grpSpPr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61935A35-5E16-4550-2DF1-5131F5214E19}"/>
                    </a:ext>
                  </a:extLst>
                </p:cNvPr>
                <p:cNvSpPr/>
                <p:nvPr/>
              </p:nvSpPr>
              <p:spPr>
                <a:xfrm>
                  <a:off x="827669" y="3867027"/>
                  <a:ext cx="360412" cy="36041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00" b="1" dirty="0">
                    <a:solidFill>
                      <a:schemeClr val="tx1"/>
                    </a:solidFill>
                    <a:latin typeface="Ubuntu" panose="020B0504030602030204" pitchFamily="34" charset="0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DA48E2B4-43A7-894B-4686-945ADBDC3DA5}"/>
                    </a:ext>
                  </a:extLst>
                </p:cNvPr>
                <p:cNvSpPr/>
                <p:nvPr/>
              </p:nvSpPr>
              <p:spPr>
                <a:xfrm>
                  <a:off x="4962938" y="3876181"/>
                  <a:ext cx="360412" cy="36041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00" b="1" dirty="0">
                    <a:solidFill>
                      <a:schemeClr val="tx1"/>
                    </a:solidFill>
                    <a:latin typeface="Ubuntu" panose="020B0504030602030204" pitchFamily="34" charset="0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E7A7161-DC30-CA41-A1E9-81C00CD34DB5}"/>
                    </a:ext>
                  </a:extLst>
                </p:cNvPr>
                <p:cNvSpPr/>
                <p:nvPr/>
              </p:nvSpPr>
              <p:spPr>
                <a:xfrm>
                  <a:off x="8639264" y="3835561"/>
                  <a:ext cx="360412" cy="36041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00" b="1" dirty="0">
                    <a:solidFill>
                      <a:schemeClr val="tx1"/>
                    </a:solidFill>
                    <a:latin typeface="Ubuntu" panose="020B0504030602030204" pitchFamily="34" charset="0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EBBB23FA-877C-FAB5-9517-E7C49EF6F625}"/>
                    </a:ext>
                  </a:extLst>
                </p:cNvPr>
                <p:cNvGrpSpPr/>
                <p:nvPr/>
              </p:nvGrpSpPr>
              <p:grpSpPr>
                <a:xfrm>
                  <a:off x="52923" y="3784342"/>
                  <a:ext cx="8933510" cy="430834"/>
                  <a:chOff x="52923" y="3996012"/>
                  <a:chExt cx="8933510" cy="430834"/>
                </a:xfrm>
              </p:grpSpPr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C684281-F287-CD78-D5D7-E7D8812826F5}"/>
                      </a:ext>
                    </a:extLst>
                  </p:cNvPr>
                  <p:cNvSpPr txBox="1"/>
                  <p:nvPr/>
                </p:nvSpPr>
                <p:spPr>
                  <a:xfrm>
                    <a:off x="52923" y="3996012"/>
                    <a:ext cx="719379" cy="430834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b="1" dirty="0">
                        <a:solidFill>
                          <a:schemeClr val="bg1"/>
                        </a:solidFill>
                        <a:latin typeface="Ubuntu" panose="020B0504030602030204" pitchFamily="34" charset="0"/>
                      </a:rPr>
                      <a:t>No. of AMCs</a:t>
                    </a:r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2C934D6C-52A2-0F91-1A6D-8142EAC73DD7}"/>
                      </a:ext>
                    </a:extLst>
                  </p:cNvPr>
                  <p:cNvSpPr txBox="1"/>
                  <p:nvPr/>
                </p:nvSpPr>
                <p:spPr>
                  <a:xfrm>
                    <a:off x="4997199" y="4129589"/>
                    <a:ext cx="273537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Ubuntu" panose="020B0504030602030204" pitchFamily="34" charset="0"/>
                      </a:rPr>
                      <a:t>44</a:t>
                    </a:r>
                  </a:p>
                </p:txBody>
              </p:sp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62737A90-69B4-1126-7706-FBB4EBA38E21}"/>
                      </a:ext>
                    </a:extLst>
                  </p:cNvPr>
                  <p:cNvSpPr txBox="1"/>
                  <p:nvPr/>
                </p:nvSpPr>
                <p:spPr>
                  <a:xfrm>
                    <a:off x="8628642" y="4089121"/>
                    <a:ext cx="357791" cy="27700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Ubuntu" panose="020B0504030602030204" pitchFamily="34" charset="0"/>
                      </a:rPr>
                      <a:t>48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6C6A5EFA-11E0-D095-6F3E-B158B5A6CFB3}"/>
                      </a:ext>
                    </a:extLst>
                  </p:cNvPr>
                  <p:cNvSpPr txBox="1"/>
                  <p:nvPr/>
                </p:nvSpPr>
                <p:spPr>
                  <a:xfrm>
                    <a:off x="864553" y="4129225"/>
                    <a:ext cx="273537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Ubuntu" panose="020B0504030602030204" pitchFamily="34" charset="0"/>
                      </a:rPr>
                      <a:t>33</a:t>
                    </a:r>
                  </a:p>
                </p:txBody>
              </p:sp>
            </p:grpSp>
          </p:grp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8876FB3-96BF-0B31-59FB-02CBA388D176}"/>
                </a:ext>
              </a:extLst>
            </p:cNvPr>
            <p:cNvGrpSpPr/>
            <p:nvPr/>
          </p:nvGrpSpPr>
          <p:grpSpPr>
            <a:xfrm>
              <a:off x="1568944" y="5890027"/>
              <a:ext cx="9014129" cy="379200"/>
              <a:chOff x="35079" y="4304324"/>
              <a:chExt cx="9014129" cy="276999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84E197F3-C963-DBA1-BC1F-175072C0B0F9}"/>
                  </a:ext>
                </a:extLst>
              </p:cNvPr>
              <p:cNvSpPr/>
              <p:nvPr/>
            </p:nvSpPr>
            <p:spPr>
              <a:xfrm>
                <a:off x="46726" y="4304324"/>
                <a:ext cx="649346" cy="276999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51EB1A5-E79E-3FE5-FCAA-7A8CFADAC0F5}"/>
                  </a:ext>
                </a:extLst>
              </p:cNvPr>
              <p:cNvSpPr txBox="1"/>
              <p:nvPr/>
            </p:nvSpPr>
            <p:spPr>
              <a:xfrm>
                <a:off x="730831" y="4367252"/>
                <a:ext cx="631208" cy="2023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Ubuntu" panose="020B0504030602030204" pitchFamily="34" charset="0"/>
                  </a:rPr>
                  <a:t>0.8Tn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CA2093C-DD21-DFAE-5458-300AD5AF85FF}"/>
                  </a:ext>
                </a:extLst>
              </p:cNvPr>
              <p:cNvSpPr txBox="1"/>
              <p:nvPr/>
            </p:nvSpPr>
            <p:spPr>
              <a:xfrm>
                <a:off x="35079" y="4338723"/>
                <a:ext cx="646908" cy="19107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AAUM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07495C2-65D0-C672-76FF-042E6B626772}"/>
                  </a:ext>
                </a:extLst>
              </p:cNvPr>
              <p:cNvSpPr txBox="1"/>
              <p:nvPr/>
            </p:nvSpPr>
            <p:spPr>
              <a:xfrm>
                <a:off x="8370298" y="4340367"/>
                <a:ext cx="678910" cy="2023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Ubuntu" panose="020B0504030602030204" pitchFamily="34" charset="0"/>
                  </a:rPr>
                  <a:t>81.3Tn</a:t>
                </a: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F27B6E-0EE5-FAB8-CF6A-7327AD2A5720}"/>
                  </a:ext>
                </a:extLst>
              </p:cNvPr>
              <p:cNvCxnSpPr>
                <a:cxnSpLocks/>
                <a:stCxn id="78" idx="3"/>
                <a:endCxn id="80" idx="1"/>
              </p:cNvCxnSpPr>
              <p:nvPr/>
            </p:nvCxnSpPr>
            <p:spPr>
              <a:xfrm flipV="1">
                <a:off x="1362038" y="4441538"/>
                <a:ext cx="7008260" cy="26885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BC8CBFD-E714-8D92-3B81-6203F256834A}"/>
                  </a:ext>
                </a:extLst>
              </p:cNvPr>
              <p:cNvSpPr txBox="1"/>
              <p:nvPr/>
            </p:nvSpPr>
            <p:spPr>
              <a:xfrm>
                <a:off x="4813324" y="4347987"/>
                <a:ext cx="678910" cy="20234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Ubuntu" panose="020B0504030602030204" pitchFamily="34" charset="0"/>
                  </a:rPr>
                  <a:t>24.5Tn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03AF95B-733B-1C42-24BA-8E0F9B3D5294}"/>
                  </a:ext>
                </a:extLst>
              </p:cNvPr>
              <p:cNvSpPr txBox="1"/>
              <p:nvPr/>
            </p:nvSpPr>
            <p:spPr>
              <a:xfrm>
                <a:off x="3477972" y="4353882"/>
                <a:ext cx="595190" cy="20234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Ubuntu" panose="020B0504030602030204" pitchFamily="34" charset="0"/>
                  </a:rPr>
                  <a:t>9.1Tn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1233C60-A522-7763-A8CB-7F17A7EEFFFE}"/>
                </a:ext>
              </a:extLst>
            </p:cNvPr>
            <p:cNvSpPr txBox="1"/>
            <p:nvPr/>
          </p:nvSpPr>
          <p:spPr>
            <a:xfrm>
              <a:off x="3748486" y="5968305"/>
              <a:ext cx="515842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Ubuntu" panose="020B0504030602030204" pitchFamily="34" charset="0"/>
                </a:rPr>
                <a:t>11X</a:t>
              </a:r>
              <a:r>
                <a:rPr lang="en-US" sz="1100" dirty="0">
                  <a:latin typeface="Ubuntu" panose="020B0504030602030204" pitchFamily="34" charset="0"/>
                </a:rPr>
                <a:t> </a:t>
              </a:r>
              <a:endParaRPr lang="en-IN" sz="1100" dirty="0">
                <a:latin typeface="Ubuntu" panose="020B050403060203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3B21582-8A3B-75F3-3D05-8C055C348FE0}"/>
                </a:ext>
              </a:extLst>
            </p:cNvPr>
            <p:cNvSpPr txBox="1"/>
            <p:nvPr/>
          </p:nvSpPr>
          <p:spPr>
            <a:xfrm>
              <a:off x="5722822" y="5952423"/>
              <a:ext cx="515842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Ubuntu" panose="020B0504030602030204" pitchFamily="34" charset="0"/>
                </a:rPr>
                <a:t>2.7X</a:t>
              </a:r>
              <a:r>
                <a:rPr lang="en-US" sz="1100" dirty="0">
                  <a:latin typeface="Ubuntu" panose="020B0504030602030204" pitchFamily="34" charset="0"/>
                </a:rPr>
                <a:t> </a:t>
              </a:r>
              <a:endParaRPr lang="en-IN" sz="1100" dirty="0">
                <a:latin typeface="Ubuntu" panose="020B050403060203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2377041-7666-564C-F6D3-7E8E0B236F9D}"/>
                </a:ext>
              </a:extLst>
            </p:cNvPr>
            <p:cNvSpPr txBox="1"/>
            <p:nvPr/>
          </p:nvSpPr>
          <p:spPr>
            <a:xfrm>
              <a:off x="8319616" y="5961030"/>
              <a:ext cx="56960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Ubuntu" panose="020B0504030602030204" pitchFamily="34" charset="0"/>
                </a:rPr>
                <a:t>3.31X</a:t>
              </a:r>
              <a:r>
                <a:rPr lang="en-US" sz="1100" dirty="0">
                  <a:latin typeface="Ubuntu" panose="020B0504030602030204" pitchFamily="34" charset="0"/>
                </a:rPr>
                <a:t> </a:t>
              </a:r>
              <a:endParaRPr lang="en-IN" sz="1100" dirty="0">
                <a:latin typeface="Ubuntu" panose="020B0504030602030204" pitchFamily="34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043E54CD-7441-8119-1199-824BC89BC523}"/>
                </a:ext>
              </a:extLst>
            </p:cNvPr>
            <p:cNvGrpSpPr/>
            <p:nvPr/>
          </p:nvGrpSpPr>
          <p:grpSpPr>
            <a:xfrm>
              <a:off x="2470061" y="1232768"/>
              <a:ext cx="2353328" cy="673193"/>
              <a:chOff x="837212" y="1273806"/>
              <a:chExt cx="1654029" cy="914400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E70D3CB-0627-B0F5-4076-EFF88833BB93}"/>
                  </a:ext>
                </a:extLst>
              </p:cNvPr>
              <p:cNvSpPr txBox="1"/>
              <p:nvPr/>
            </p:nvSpPr>
            <p:spPr>
              <a:xfrm>
                <a:off x="878630" y="1383501"/>
                <a:ext cx="1478912" cy="7106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Ubuntu" panose="020B0504030602030204" pitchFamily="34" charset="0"/>
                  </a:rPr>
                  <a:t>Industry has grown 15% in the last 1 Year.</a:t>
                </a:r>
                <a:endParaRPr lang="en-IN" sz="1400" b="1" dirty="0">
                  <a:latin typeface="Ubuntu" panose="020B0504030602030204" pitchFamily="34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1EA8405-4BA7-67A3-219A-B48A673D82A6}"/>
                  </a:ext>
                </a:extLst>
              </p:cNvPr>
              <p:cNvSpPr/>
              <p:nvPr/>
            </p:nvSpPr>
            <p:spPr>
              <a:xfrm>
                <a:off x="837212" y="1273806"/>
                <a:ext cx="1654029" cy="9144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57DC89E-3FFB-613E-8E1D-6AE85198E4BE}"/>
                </a:ext>
              </a:extLst>
            </p:cNvPr>
            <p:cNvSpPr/>
            <p:nvPr/>
          </p:nvSpPr>
          <p:spPr>
            <a:xfrm>
              <a:off x="4043238" y="4624935"/>
              <a:ext cx="231609" cy="23160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CABCC10-BE5C-F663-2D56-BD59211AE76B}"/>
                </a:ext>
              </a:extLst>
            </p:cNvPr>
            <p:cNvSpPr/>
            <p:nvPr/>
          </p:nvSpPr>
          <p:spPr>
            <a:xfrm>
              <a:off x="6016765" y="4248592"/>
              <a:ext cx="231609" cy="23160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5BDAD38-8463-FEAD-6317-B5E9966FC580}"/>
                </a:ext>
              </a:extLst>
            </p:cNvPr>
            <p:cNvSpPr/>
            <p:nvPr/>
          </p:nvSpPr>
          <p:spPr>
            <a:xfrm>
              <a:off x="6655292" y="3669679"/>
              <a:ext cx="231609" cy="23160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724CE35-8093-C614-42B2-22861700452F}"/>
                </a:ext>
              </a:extLst>
            </p:cNvPr>
            <p:cNvSpPr/>
            <p:nvPr/>
          </p:nvSpPr>
          <p:spPr>
            <a:xfrm>
              <a:off x="7446074" y="3158325"/>
              <a:ext cx="231609" cy="23160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55787A3-B938-6B68-C598-74630AB41A01}"/>
                </a:ext>
              </a:extLst>
            </p:cNvPr>
            <p:cNvSpPr/>
            <p:nvPr/>
          </p:nvSpPr>
          <p:spPr>
            <a:xfrm>
              <a:off x="8872691" y="1649814"/>
              <a:ext cx="231609" cy="23160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5BA55D1-E163-2EC5-6042-1276602AF26B}"/>
                </a:ext>
              </a:extLst>
            </p:cNvPr>
            <p:cNvSpPr/>
            <p:nvPr/>
          </p:nvSpPr>
          <p:spPr>
            <a:xfrm>
              <a:off x="10315904" y="1315128"/>
              <a:ext cx="231609" cy="23160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5093CC5-3160-8F44-10CD-B1D3FAC294BA}"/>
                </a:ext>
              </a:extLst>
            </p:cNvPr>
            <p:cNvCxnSpPr>
              <a:cxnSpLocks/>
            </p:cNvCxnSpPr>
            <p:nvPr/>
          </p:nvCxnSpPr>
          <p:spPr>
            <a:xfrm>
              <a:off x="4555174" y="4382747"/>
              <a:ext cx="1088438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21">
              <a:extLst>
                <a:ext uri="{FF2B5EF4-FFF2-40B4-BE49-F238E27FC236}">
                  <a16:creationId xmlns:a16="http://schemas.microsoft.com/office/drawing/2014/main" id="{2BFD8B95-4114-63B8-0305-D23D069A32AA}"/>
                </a:ext>
              </a:extLst>
            </p:cNvPr>
            <p:cNvSpPr txBox="1"/>
            <p:nvPr/>
          </p:nvSpPr>
          <p:spPr>
            <a:xfrm>
              <a:off x="4715525" y="4018217"/>
              <a:ext cx="767640" cy="26161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Slowdown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1AF4444-00C9-26CC-D864-2BDF981B5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79" y="465547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5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3BEB7B2-AD7F-B880-1D24-173F0004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966" y="205733"/>
            <a:ext cx="10811084" cy="459017"/>
          </a:xfrm>
        </p:spPr>
        <p:txBody>
          <a:bodyPr>
            <a:noAutofit/>
          </a:bodyPr>
          <a:lstStyle/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Expansion of Mutual Fund Folios - Industry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C92057E-B3E3-6295-A054-74465DD759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3284722"/>
              </p:ext>
            </p:extLst>
          </p:nvPr>
        </p:nvGraphicFramePr>
        <p:xfrm>
          <a:off x="1" y="1532463"/>
          <a:ext cx="12191999" cy="4709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412C5F3-6852-B2BE-3779-0A2685917E14}"/>
              </a:ext>
            </a:extLst>
          </p:cNvPr>
          <p:cNvSpPr txBox="1"/>
          <p:nvPr/>
        </p:nvSpPr>
        <p:spPr>
          <a:xfrm>
            <a:off x="3569" y="6526274"/>
            <a:ext cx="1971883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Ubuntu" panose="020B0504030602030204" pitchFamily="34" charset="0"/>
              </a:rPr>
              <a:t>Source</a:t>
            </a:r>
            <a:r>
              <a:rPr lang="en-US" sz="800" dirty="0">
                <a:latin typeface="Ubuntu" panose="020B0504030602030204" pitchFamily="34" charset="0"/>
              </a:rPr>
              <a:t>: AMFI, Industry Research</a:t>
            </a:r>
            <a:endParaRPr lang="en-IN" sz="800" dirty="0">
              <a:latin typeface="Ubuntu" panose="020B0504030602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FF51E1-760C-F773-3980-79A649D0FBF7}"/>
              </a:ext>
            </a:extLst>
          </p:cNvPr>
          <p:cNvGrpSpPr/>
          <p:nvPr/>
        </p:nvGrpSpPr>
        <p:grpSpPr>
          <a:xfrm>
            <a:off x="3320282" y="2607526"/>
            <a:ext cx="2775719" cy="1285205"/>
            <a:chOff x="720140" y="1273110"/>
            <a:chExt cx="1760113" cy="96390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7F6CB9F-23D6-E8C4-6A18-AED4378DD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3200" y="1859307"/>
              <a:ext cx="0" cy="21359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31E7E8F-9BC7-9205-F2DA-84A31BEEB3D6}"/>
                </a:ext>
              </a:extLst>
            </p:cNvPr>
            <p:cNvSpPr txBox="1"/>
            <p:nvPr/>
          </p:nvSpPr>
          <p:spPr>
            <a:xfrm>
              <a:off x="720140" y="1273110"/>
              <a:ext cx="1754107" cy="197490"/>
            </a:xfrm>
            <a:prstGeom prst="rect">
              <a:avLst/>
            </a:prstGeom>
            <a:solidFill>
              <a:srgbClr val="FF0000"/>
            </a:solidFill>
            <a:ln w="12700"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2700" algn="ctr">
                <a:spcBef>
                  <a:spcPts val="100"/>
                </a:spcBef>
                <a:defRPr/>
              </a:pPr>
              <a:r>
                <a:rPr lang="en-US" sz="1600" b="1" kern="0" spc="-10" dirty="0">
                  <a:solidFill>
                    <a:prstClr val="white"/>
                  </a:solidFill>
                  <a:latin typeface="Ubuntu" panose="020B0504030602030204" pitchFamily="34" charset="0"/>
                  <a:cs typeface="Avenir Black"/>
                </a:rPr>
                <a:t>2016 - 2020</a:t>
              </a:r>
              <a:endParaRPr lang="en-IN" sz="1600" b="1" kern="0" spc="-10" dirty="0">
                <a:solidFill>
                  <a:prstClr val="white"/>
                </a:solidFill>
                <a:latin typeface="Ubuntu" panose="020B0504030602030204" pitchFamily="34" charset="0"/>
                <a:cs typeface="Avenir Black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5B8614-F69F-3284-D983-40AE5EFEEBAF}"/>
                </a:ext>
              </a:extLst>
            </p:cNvPr>
            <p:cNvCxnSpPr>
              <a:cxnSpLocks/>
            </p:cNvCxnSpPr>
            <p:nvPr/>
          </p:nvCxnSpPr>
          <p:spPr>
            <a:xfrm>
              <a:off x="726146" y="2072900"/>
              <a:ext cx="175410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F639A3-6990-D1DD-E51C-9D9B6BDBA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253" y="2072900"/>
              <a:ext cx="0" cy="1641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D803AA96-D43A-67A3-9D1F-4A1384E31153}"/>
                </a:ext>
              </a:extLst>
            </p:cNvPr>
            <p:cNvSpPr txBox="1"/>
            <p:nvPr/>
          </p:nvSpPr>
          <p:spPr>
            <a:xfrm>
              <a:off x="720141" y="1661817"/>
              <a:ext cx="1754099" cy="1974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IN" sz="1600" b="1" kern="0" spc="-13" dirty="0">
                  <a:solidFill>
                    <a:prstClr val="black"/>
                  </a:solidFill>
                  <a:latin typeface="Avenir Black"/>
                  <a:cs typeface="Avenir Black"/>
                </a:rPr>
                <a:t>+88%</a:t>
              </a:r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33A5C46F-82A3-B6D7-C2A2-30B92FA3D1FA}"/>
                </a:ext>
              </a:extLst>
            </p:cNvPr>
            <p:cNvSpPr txBox="1"/>
            <p:nvPr/>
          </p:nvSpPr>
          <p:spPr>
            <a:xfrm>
              <a:off x="720141" y="1470600"/>
              <a:ext cx="1754106" cy="1974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IN" sz="1600" b="1" kern="0" spc="-13" dirty="0">
                  <a:solidFill>
                    <a:prstClr val="black"/>
                  </a:solidFill>
                  <a:latin typeface="Avenir Black"/>
                  <a:cs typeface="Avenir Black"/>
                </a:rPr>
                <a:t>+42 Mn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A3ECB3D-3088-B2BA-CCCA-0933269D8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146" y="2072900"/>
              <a:ext cx="0" cy="1641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EEAFB-B4E8-1F71-0079-1C9CBFE2FFF5}"/>
              </a:ext>
            </a:extLst>
          </p:cNvPr>
          <p:cNvGrpSpPr/>
          <p:nvPr/>
        </p:nvGrpSpPr>
        <p:grpSpPr>
          <a:xfrm>
            <a:off x="6095999" y="1419752"/>
            <a:ext cx="2722035" cy="1141345"/>
            <a:chOff x="720140" y="1273110"/>
            <a:chExt cx="1754107" cy="95967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D0758C5-A096-6FCF-461D-4BE1CBBB31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3200" y="1859307"/>
              <a:ext cx="0" cy="2093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BF5249CE-3D55-DA1E-AE7F-11A94C609899}"/>
                </a:ext>
              </a:extLst>
            </p:cNvPr>
            <p:cNvSpPr txBox="1"/>
            <p:nvPr/>
          </p:nvSpPr>
          <p:spPr>
            <a:xfrm>
              <a:off x="720140" y="1273110"/>
              <a:ext cx="1754107" cy="221406"/>
            </a:xfrm>
            <a:prstGeom prst="rect">
              <a:avLst/>
            </a:prstGeom>
            <a:solidFill>
              <a:srgbClr val="FF0000"/>
            </a:solidFill>
            <a:ln w="12700"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US" sz="1600" b="1" kern="0" spc="-10" dirty="0">
                  <a:solidFill>
                    <a:prstClr val="white"/>
                  </a:solidFill>
                  <a:latin typeface="Ubuntu" panose="020B0504030602030204" pitchFamily="34" charset="0"/>
                  <a:cs typeface="Avenir Black"/>
                </a:rPr>
                <a:t>2020 - 2024</a:t>
              </a:r>
              <a:endParaRPr lang="en-IN" sz="1600" b="1" kern="0" spc="-13" dirty="0">
                <a:solidFill>
                  <a:prstClr val="white"/>
                </a:solidFill>
                <a:latin typeface="Avenir Black"/>
                <a:cs typeface="Avenir Black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936703-8BE1-7E59-C9AE-497E652111DB}"/>
                </a:ext>
              </a:extLst>
            </p:cNvPr>
            <p:cNvCxnSpPr>
              <a:cxnSpLocks/>
            </p:cNvCxnSpPr>
            <p:nvPr/>
          </p:nvCxnSpPr>
          <p:spPr>
            <a:xfrm>
              <a:off x="720140" y="2068667"/>
              <a:ext cx="175410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7A3109-2997-6854-9538-A1DD098A8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4247" y="2068667"/>
              <a:ext cx="0" cy="1641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52D9BF14-2A3A-CC63-7E7B-8B615DBC19A5}"/>
                </a:ext>
              </a:extLst>
            </p:cNvPr>
            <p:cNvSpPr txBox="1"/>
            <p:nvPr/>
          </p:nvSpPr>
          <p:spPr>
            <a:xfrm>
              <a:off x="720141" y="1661818"/>
              <a:ext cx="1754099" cy="221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IN" sz="1600" b="1" kern="0" spc="-13" dirty="0">
                  <a:solidFill>
                    <a:prstClr val="black"/>
                  </a:solidFill>
                  <a:latin typeface="Avenir Black"/>
                  <a:cs typeface="Avenir Black"/>
                </a:rPr>
                <a:t>+98%</a:t>
              </a:r>
            </a:p>
          </p:txBody>
        </p:sp>
        <p:sp>
          <p:nvSpPr>
            <p:cNvPr id="20" name="object 7">
              <a:extLst>
                <a:ext uri="{FF2B5EF4-FFF2-40B4-BE49-F238E27FC236}">
                  <a16:creationId xmlns:a16="http://schemas.microsoft.com/office/drawing/2014/main" id="{B28C6859-2B69-2A20-108B-0143EF16205D}"/>
                </a:ext>
              </a:extLst>
            </p:cNvPr>
            <p:cNvSpPr txBox="1"/>
            <p:nvPr/>
          </p:nvSpPr>
          <p:spPr>
            <a:xfrm>
              <a:off x="720141" y="1470599"/>
              <a:ext cx="1754106" cy="221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IN" sz="1600" b="1" kern="0" spc="-13" dirty="0">
                  <a:solidFill>
                    <a:prstClr val="black"/>
                  </a:solidFill>
                  <a:latin typeface="Avenir Black"/>
                  <a:cs typeface="Avenir Black"/>
                </a:rPr>
                <a:t>+88 Mn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EE72779-CD54-882E-0A7D-DCF8581879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140" y="2068667"/>
              <a:ext cx="0" cy="1641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47D9C2D-ED48-372F-BA93-9BCA924DF0DA}"/>
              </a:ext>
            </a:extLst>
          </p:cNvPr>
          <p:cNvGrpSpPr/>
          <p:nvPr/>
        </p:nvGrpSpPr>
        <p:grpSpPr>
          <a:xfrm>
            <a:off x="8882687" y="540554"/>
            <a:ext cx="2914203" cy="1141345"/>
            <a:chOff x="720140" y="1273110"/>
            <a:chExt cx="1754107" cy="95967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B360233-7E32-1633-123B-865E4BD8E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3200" y="1859307"/>
              <a:ext cx="0" cy="2093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A3A92307-7896-FA54-6771-7247F916A465}"/>
                </a:ext>
              </a:extLst>
            </p:cNvPr>
            <p:cNvSpPr txBox="1"/>
            <p:nvPr/>
          </p:nvSpPr>
          <p:spPr>
            <a:xfrm>
              <a:off x="720140" y="1273110"/>
              <a:ext cx="1754107" cy="221406"/>
            </a:xfrm>
            <a:prstGeom prst="rect">
              <a:avLst/>
            </a:prstGeom>
            <a:solidFill>
              <a:srgbClr val="FF0000"/>
            </a:solidFill>
            <a:ln w="12700"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IN" sz="1600" b="1" kern="0" spc="-10" dirty="0">
                  <a:solidFill>
                    <a:prstClr val="white"/>
                  </a:solidFill>
                  <a:latin typeface="Ubuntu" panose="020B0504030602030204" pitchFamily="34" charset="0"/>
                  <a:cs typeface="Avenir Black"/>
                </a:rPr>
                <a:t>2024 - Present</a:t>
              </a:r>
              <a:endParaRPr lang="en-IN" sz="1600" b="1" kern="0" spc="-13" dirty="0">
                <a:solidFill>
                  <a:prstClr val="white"/>
                </a:solidFill>
                <a:latin typeface="Avenir Black"/>
                <a:cs typeface="Avenir Black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8254D1-0F63-C954-0295-5CB63196BEFF}"/>
                </a:ext>
              </a:extLst>
            </p:cNvPr>
            <p:cNvCxnSpPr>
              <a:cxnSpLocks/>
            </p:cNvCxnSpPr>
            <p:nvPr/>
          </p:nvCxnSpPr>
          <p:spPr>
            <a:xfrm>
              <a:off x="720140" y="2068667"/>
              <a:ext cx="175410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DAD025C-03C9-61D5-9875-BF0A0CFE5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4247" y="2068667"/>
              <a:ext cx="0" cy="1641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bject 7">
              <a:extLst>
                <a:ext uri="{FF2B5EF4-FFF2-40B4-BE49-F238E27FC236}">
                  <a16:creationId xmlns:a16="http://schemas.microsoft.com/office/drawing/2014/main" id="{F2A47809-191D-61EB-9A8F-CA046B74F7ED}"/>
                </a:ext>
              </a:extLst>
            </p:cNvPr>
            <p:cNvSpPr txBox="1"/>
            <p:nvPr/>
          </p:nvSpPr>
          <p:spPr>
            <a:xfrm>
              <a:off x="720141" y="1661818"/>
              <a:ext cx="1754099" cy="221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IN" sz="1600" b="1" kern="0" spc="-13" dirty="0">
                  <a:solidFill>
                    <a:prstClr val="black"/>
                  </a:solidFill>
                  <a:latin typeface="Avenir Black"/>
                  <a:cs typeface="Avenir Black"/>
                </a:rPr>
                <a:t>+44%</a:t>
              </a:r>
            </a:p>
          </p:txBody>
        </p:sp>
        <p:sp>
          <p:nvSpPr>
            <p:cNvPr id="28" name="object 7">
              <a:extLst>
                <a:ext uri="{FF2B5EF4-FFF2-40B4-BE49-F238E27FC236}">
                  <a16:creationId xmlns:a16="http://schemas.microsoft.com/office/drawing/2014/main" id="{3C3A5DCC-F007-F33A-3ACB-616A8B9DF38D}"/>
                </a:ext>
              </a:extLst>
            </p:cNvPr>
            <p:cNvSpPr txBox="1"/>
            <p:nvPr/>
          </p:nvSpPr>
          <p:spPr>
            <a:xfrm>
              <a:off x="720141" y="1470599"/>
              <a:ext cx="1754106" cy="221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cap="rnd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IN" sz="1600" b="1" kern="0" spc="-13" dirty="0">
                  <a:solidFill>
                    <a:prstClr val="black"/>
                  </a:solidFill>
                  <a:latin typeface="Avenir Black"/>
                  <a:cs typeface="Avenir Black"/>
                </a:rPr>
                <a:t>+80 Mn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2ED2276-5C84-CC6A-D690-D3D57A8D0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140" y="2068667"/>
              <a:ext cx="0" cy="1641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955800-F98B-CC81-3DFC-D2F57560DC5C}"/>
              </a:ext>
            </a:extLst>
          </p:cNvPr>
          <p:cNvGrpSpPr/>
          <p:nvPr/>
        </p:nvGrpSpPr>
        <p:grpSpPr>
          <a:xfrm>
            <a:off x="409018" y="1461356"/>
            <a:ext cx="3690989" cy="570168"/>
            <a:chOff x="211873" y="956031"/>
            <a:chExt cx="2768242" cy="42762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B05BD3E-A204-A336-60E7-1E7B4F789E2D}"/>
                </a:ext>
              </a:extLst>
            </p:cNvPr>
            <p:cNvSpPr/>
            <p:nvPr/>
          </p:nvSpPr>
          <p:spPr>
            <a:xfrm>
              <a:off x="211873" y="956031"/>
              <a:ext cx="2768242" cy="4276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1" name="object 7">
              <a:extLst>
                <a:ext uri="{FF2B5EF4-FFF2-40B4-BE49-F238E27FC236}">
                  <a16:creationId xmlns:a16="http://schemas.microsoft.com/office/drawing/2014/main" id="{5CD6D95A-63B7-99A1-3780-ED8A745381F9}"/>
                </a:ext>
              </a:extLst>
            </p:cNvPr>
            <p:cNvSpPr txBox="1"/>
            <p:nvPr/>
          </p:nvSpPr>
          <p:spPr>
            <a:xfrm>
              <a:off x="447623" y="1002240"/>
              <a:ext cx="2296742" cy="320504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6933" rIns="0" bIns="0" rtlCol="0">
              <a:spAutoFit/>
            </a:bodyPr>
            <a:lstStyle/>
            <a:p>
              <a:pPr marL="16933" algn="ctr" defTabSz="1219170">
                <a:spcBef>
                  <a:spcPts val="133"/>
                </a:spcBef>
                <a:defRPr/>
              </a:pPr>
              <a:r>
                <a:rPr lang="en-US" sz="1333" kern="0" spc="-13" dirty="0">
                  <a:latin typeface="Ubuntu" panose="020B0504030602030204" pitchFamily="34" charset="0"/>
                  <a:cs typeface="Avenir Black"/>
                </a:rPr>
                <a:t>Industry’s MF folio count has become more than </a:t>
              </a:r>
              <a:r>
                <a:rPr lang="en-US" sz="1333" b="1" kern="0" spc="-13" dirty="0">
                  <a:latin typeface="Ubuntu" panose="020B0504030602030204" pitchFamily="34" charset="0"/>
                  <a:cs typeface="Avenir Black"/>
                </a:rPr>
                <a:t>~5x over the last 14 years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5082C435-1477-24C7-C8AE-4F24E880F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69" y="382417"/>
            <a:ext cx="571500" cy="13335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B4151EC-9FED-BED8-B153-BEFB112A82D8}"/>
              </a:ext>
            </a:extLst>
          </p:cNvPr>
          <p:cNvSpPr/>
          <p:nvPr/>
        </p:nvSpPr>
        <p:spPr>
          <a:xfrm>
            <a:off x="11388438" y="5999017"/>
            <a:ext cx="720435" cy="242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2">
                    <a:lumMod val="50000"/>
                  </a:schemeClr>
                </a:solidFill>
                <a:latin typeface="Ubuntu" panose="020B0504030602030204" pitchFamily="34" charset="0"/>
              </a:rPr>
              <a:t>Nov-25</a:t>
            </a:r>
            <a:endParaRPr lang="en-IN" sz="1050" b="1" dirty="0">
              <a:solidFill>
                <a:schemeClr val="bg2">
                  <a:lumMod val="50000"/>
                </a:schemeClr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438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9E9EBA-567D-FA92-13A6-EA93E685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65" y="129353"/>
            <a:ext cx="11395035" cy="556825"/>
          </a:xfrm>
        </p:spPr>
        <p:txBody>
          <a:bodyPr>
            <a:noAutofit/>
          </a:bodyPr>
          <a:lstStyle/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Evolution of asset mix over last 5 years </a:t>
            </a:r>
            <a:endParaRPr lang="en-IN" sz="3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92DB8-62C4-39A0-E83B-2FF13F23ADBB}"/>
              </a:ext>
            </a:extLst>
          </p:cNvPr>
          <p:cNvSpPr txBox="1"/>
          <p:nvPr/>
        </p:nvSpPr>
        <p:spPr>
          <a:xfrm>
            <a:off x="-11152" y="6601521"/>
            <a:ext cx="2408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Source: AMFI</a:t>
            </a:r>
            <a:endParaRPr lang="en-IN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59A10-9292-1E87-3187-6299FE3BC18A}"/>
              </a:ext>
            </a:extLst>
          </p:cNvPr>
          <p:cNvSpPr txBox="1"/>
          <p:nvPr/>
        </p:nvSpPr>
        <p:spPr>
          <a:xfrm>
            <a:off x="323384" y="5102978"/>
            <a:ext cx="11608786" cy="1017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No single asset class outperforms every year—</a:t>
            </a:r>
            <a:r>
              <a:rPr lang="en-US" sz="1400" b="1" dirty="0">
                <a:latin typeface="Ubuntu" panose="020B0504030602030204" pitchFamily="34" charset="0"/>
              </a:rPr>
              <a:t>focus on diversification </a:t>
            </a:r>
            <a:r>
              <a:rPr lang="en-US" sz="1400" dirty="0">
                <a:latin typeface="Ubuntu" panose="020B0504030602030204" pitchFamily="34" charset="0"/>
              </a:rPr>
              <a:t>for better balance and resilience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Overall trend shows a steady decline in Debt and Liquid contributions, with a corresponding </a:t>
            </a:r>
            <a:r>
              <a:rPr lang="en-US" sz="1400" b="1" dirty="0">
                <a:latin typeface="Ubuntu" panose="020B0504030602030204" pitchFamily="34" charset="0"/>
              </a:rPr>
              <a:t>rise in Equity and ETF </a:t>
            </a:r>
            <a:r>
              <a:rPr lang="en-US" sz="1400" dirty="0">
                <a:latin typeface="Ubuntu" panose="020B0504030602030204" pitchFamily="34" charset="0"/>
              </a:rPr>
              <a:t>assets over a five-year period.</a:t>
            </a:r>
            <a:endParaRPr lang="en-IN" sz="1400" dirty="0">
              <a:latin typeface="Ubuntu" panose="020B0504030602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E3DD9B9-E27D-A0D0-25EE-6F53C10DE6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427141"/>
              </p:ext>
            </p:extLst>
          </p:nvPr>
        </p:nvGraphicFramePr>
        <p:xfrm>
          <a:off x="323384" y="686178"/>
          <a:ext cx="11608786" cy="4321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5348084-0A2F-9F2C-5623-16EEE445B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59" y="326997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49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9E9EBA-567D-FA92-13A6-EA93E685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65" y="129353"/>
            <a:ext cx="11251086" cy="556825"/>
          </a:xfrm>
        </p:spPr>
        <p:txBody>
          <a:bodyPr>
            <a:noAutofit/>
          </a:bodyPr>
          <a:lstStyle/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Industry SIP Trends</a:t>
            </a:r>
            <a:endParaRPr lang="en-IN" sz="3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235AC-A693-EC98-52E3-224B6837ED2D}"/>
              </a:ext>
            </a:extLst>
          </p:cNvPr>
          <p:cNvSpPr txBox="1"/>
          <p:nvPr/>
        </p:nvSpPr>
        <p:spPr>
          <a:xfrm>
            <a:off x="205670" y="5333901"/>
            <a:ext cx="11741491" cy="802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14313" indent="-214313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latin typeface="Ubuntu" panose="020B0504030602030204" pitchFamily="34" charset="0"/>
              </a:defRPr>
            </a:lvl1pPr>
          </a:lstStyle>
          <a:p>
            <a:pPr marL="257175" indent="-171450" algn="just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dirty="0"/>
              <a:t>SIP has been gaining popularity among Indian MF investors, as it helps in Rupee Cost Averaging and in investing in a disciplined manner without worrying about market volatility and timing the market. </a:t>
            </a:r>
          </a:p>
          <a:p>
            <a:pPr marL="257175" indent="-171450" algn="just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dirty="0"/>
              <a:t>Sticky asset and a high focus area for the present and future.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25CF8A-2A49-8CDD-DA6B-07BBCD1A9E6B}"/>
              </a:ext>
            </a:extLst>
          </p:cNvPr>
          <p:cNvSpPr txBox="1"/>
          <p:nvPr/>
        </p:nvSpPr>
        <p:spPr>
          <a:xfrm>
            <a:off x="-11152" y="6601521"/>
            <a:ext cx="2408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Source: AMFI</a:t>
            </a:r>
            <a:endParaRPr lang="en-IN" sz="105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F88A17A-5FC9-B06A-4F97-02BA9F2793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0446242"/>
              </p:ext>
            </p:extLst>
          </p:nvPr>
        </p:nvGraphicFramePr>
        <p:xfrm>
          <a:off x="211873" y="737627"/>
          <a:ext cx="11735287" cy="4450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3683738-FC55-5A98-3DB9-604BDAD5B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59" y="326997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7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06364F-55AF-E77D-3ED0-0F56B4AD4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94" y="1799772"/>
            <a:ext cx="11745493" cy="3261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72CCEF-25DC-1E47-30A7-C355A5D87E21}"/>
              </a:ext>
            </a:extLst>
          </p:cNvPr>
          <p:cNvSpPr txBox="1"/>
          <p:nvPr/>
        </p:nvSpPr>
        <p:spPr>
          <a:xfrm flipH="1">
            <a:off x="272394" y="309270"/>
            <a:ext cx="11745493" cy="1323439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VAG Rounded Std Light" panose="020F0502020204020204" pitchFamily="34" charset="0"/>
              </a:rPr>
              <a:t>MF Industry will march towards Rs 100 lac </a:t>
            </a:r>
            <a:r>
              <a:rPr lang="en-IN" sz="4000" dirty="0" err="1">
                <a:solidFill>
                  <a:schemeClr val="bg1"/>
                </a:solidFill>
                <a:latin typeface="VAG Rounded Std Light" panose="020F0502020204020204" pitchFamily="34" charset="0"/>
              </a:rPr>
              <a:t>crs</a:t>
            </a:r>
            <a:r>
              <a:rPr lang="en-IN" sz="4000" dirty="0">
                <a:solidFill>
                  <a:schemeClr val="bg1"/>
                </a:solidFill>
                <a:latin typeface="VAG Rounded Std Light" panose="020F0502020204020204" pitchFamily="34" charset="0"/>
              </a:rPr>
              <a:t> mark…</a:t>
            </a:r>
          </a:p>
          <a:p>
            <a:r>
              <a:rPr lang="en-IN" sz="4000" dirty="0">
                <a:solidFill>
                  <a:schemeClr val="bg1"/>
                </a:solidFill>
                <a:latin typeface="VAG Rounded Std Light" panose="020F0502020204020204" pitchFamily="34" charset="0"/>
              </a:rPr>
              <a:t>Estimated in March 2022</a:t>
            </a:r>
            <a:endParaRPr lang="en-IN" sz="2500" dirty="0">
              <a:solidFill>
                <a:schemeClr val="bg1"/>
              </a:solidFill>
              <a:latin typeface="VAG Rounded Std Light" panose="020F0502020204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08C426-72DA-DA61-29D6-35422F21C90B}"/>
              </a:ext>
            </a:extLst>
          </p:cNvPr>
          <p:cNvSpPr/>
          <p:nvPr/>
        </p:nvSpPr>
        <p:spPr>
          <a:xfrm>
            <a:off x="11333017" y="4301065"/>
            <a:ext cx="684869" cy="4176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0665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4B265-9BE0-B7D9-39CE-99E52792012B}"/>
              </a:ext>
            </a:extLst>
          </p:cNvPr>
          <p:cNvSpPr/>
          <p:nvPr/>
        </p:nvSpPr>
        <p:spPr>
          <a:xfrm>
            <a:off x="10437325" y="855079"/>
            <a:ext cx="1207911" cy="4421436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DA29B814-CB57-A25A-05D2-3F89B8EEAE1E}"/>
              </a:ext>
            </a:extLst>
          </p:cNvPr>
          <p:cNvSpPr/>
          <p:nvPr/>
        </p:nvSpPr>
        <p:spPr>
          <a:xfrm>
            <a:off x="8242382" y="872331"/>
            <a:ext cx="1207911" cy="4421436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EE756C5-AE00-25B1-E0C7-A24E63E5AF26}"/>
              </a:ext>
            </a:extLst>
          </p:cNvPr>
          <p:cNvGraphicFramePr>
            <a:graphicFrameLocks/>
          </p:cNvGraphicFramePr>
          <p:nvPr/>
        </p:nvGraphicFramePr>
        <p:xfrm>
          <a:off x="312957" y="967588"/>
          <a:ext cx="11412791" cy="4258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2">
            <a:extLst>
              <a:ext uri="{FF2B5EF4-FFF2-40B4-BE49-F238E27FC236}">
                <a16:creationId xmlns:a16="http://schemas.microsoft.com/office/drawing/2014/main" id="{C76E8FB2-1B5F-FBE4-D0C8-637B606D6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56" y="233439"/>
            <a:ext cx="11131520" cy="459017"/>
          </a:xfrm>
        </p:spPr>
        <p:txBody>
          <a:bodyPr>
            <a:noAutofit/>
          </a:bodyPr>
          <a:lstStyle/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Future Projections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1D5412-2EE6-6084-DF50-817AC66FDAB6}"/>
              </a:ext>
            </a:extLst>
          </p:cNvPr>
          <p:cNvSpPr txBox="1"/>
          <p:nvPr/>
        </p:nvSpPr>
        <p:spPr>
          <a:xfrm>
            <a:off x="3569" y="6605299"/>
            <a:ext cx="2451764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Ubuntu" panose="020B0504030602030204" pitchFamily="34" charset="0"/>
              </a:rPr>
              <a:t>Source</a:t>
            </a:r>
            <a:r>
              <a:rPr lang="en-US" sz="800" dirty="0">
                <a:latin typeface="Ubuntu" panose="020B0504030602030204" pitchFamily="34" charset="0"/>
              </a:rPr>
              <a:t>: AMFI, Research.</a:t>
            </a:r>
            <a:endParaRPr lang="en-IN" sz="800" dirty="0">
              <a:latin typeface="Ubuntu" panose="020B050403060203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9CE8001-A6EE-75DF-5E2E-EF092437A52D}"/>
              </a:ext>
            </a:extLst>
          </p:cNvPr>
          <p:cNvGrpSpPr/>
          <p:nvPr/>
        </p:nvGrpSpPr>
        <p:grpSpPr>
          <a:xfrm>
            <a:off x="919085" y="5430353"/>
            <a:ext cx="10353831" cy="772219"/>
            <a:chOff x="-462041" y="4025147"/>
            <a:chExt cx="8842082" cy="579164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AB7D4C80-7190-6B21-5353-9EA95A5231F7}"/>
                </a:ext>
              </a:extLst>
            </p:cNvPr>
            <p:cNvSpPr/>
            <p:nvPr/>
          </p:nvSpPr>
          <p:spPr>
            <a:xfrm>
              <a:off x="-462039" y="4025147"/>
              <a:ext cx="8842080" cy="57916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58C4B8C-6C4F-FB24-713E-F35CB853A4E0}"/>
                </a:ext>
              </a:extLst>
            </p:cNvPr>
            <p:cNvSpPr txBox="1"/>
            <p:nvPr/>
          </p:nvSpPr>
          <p:spPr>
            <a:xfrm>
              <a:off x="-462041" y="4081207"/>
              <a:ext cx="8842082" cy="4385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Ubuntu" panose="020B0504030602030204" pitchFamily="34" charset="0"/>
                </a:rPr>
                <a:t>MF Industry would cross the AAUM of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</a:rPr>
                <a:t>150 Lakh Crs in 2029 </a:t>
              </a:r>
              <a:r>
                <a:rPr lang="en-US" sz="1600" dirty="0">
                  <a:latin typeface="Ubuntu" panose="020B0504030602030204" pitchFamily="34" charset="0"/>
                </a:rPr>
                <a:t>if we kept growing</a:t>
              </a:r>
            </a:p>
            <a:p>
              <a:pPr algn="ctr"/>
              <a:r>
                <a:rPr lang="en-US" sz="1600" dirty="0">
                  <a:latin typeface="Ubuntu" panose="020B0504030602030204" pitchFamily="34" charset="0"/>
                </a:rPr>
                <a:t>with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</a:rPr>
                <a:t>22.66% </a:t>
              </a:r>
              <a:r>
                <a:rPr lang="en-US" sz="1600" dirty="0">
                  <a:latin typeface="Ubuntu" panose="020B0504030602030204" pitchFamily="34" charset="0"/>
                </a:rPr>
                <a:t>(Avg. Growth of last 5 years).</a:t>
              </a:r>
              <a:endParaRPr lang="en-IN" sz="1600" dirty="0">
                <a:latin typeface="Ubuntu" panose="020B050403060203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5085B7F-D3AB-0AA3-BB44-F9B2B3734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59" y="410127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1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B3D4-A468-47EB-8730-7FF63B56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06652"/>
            <a:ext cx="12192000" cy="644697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Ubuntu" panose="020B0504030602030204"/>
              </a:rPr>
              <a:t>MFD (PFPs) Business Trends</a:t>
            </a:r>
          </a:p>
        </p:txBody>
      </p:sp>
    </p:spTree>
    <p:extLst>
      <p:ext uri="{BB962C8B-B14F-4D97-AF65-F5344CB8AC3E}">
        <p14:creationId xmlns:p14="http://schemas.microsoft.com/office/powerpoint/2010/main" val="1522057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BE9471-2A63-48DA-8C78-91E5978F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50" y="180438"/>
            <a:ext cx="11261570" cy="514350"/>
          </a:xfrm>
        </p:spPr>
        <p:txBody>
          <a:bodyPr>
            <a:noAutofit/>
          </a:bodyPr>
          <a:lstStyle/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MFD (PFPs) Industry’s Growth over 2 decades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ED1D77-CA77-AEF1-138E-23C09C22C0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2282973"/>
              </p:ext>
            </p:extLst>
          </p:nvPr>
        </p:nvGraphicFramePr>
        <p:xfrm>
          <a:off x="205670" y="781799"/>
          <a:ext cx="11806450" cy="5349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13">
            <a:extLst>
              <a:ext uri="{FF2B5EF4-FFF2-40B4-BE49-F238E27FC236}">
                <a16:creationId xmlns:a16="http://schemas.microsoft.com/office/drawing/2014/main" id="{DBFF9FF8-0856-A5EA-97E4-3DD48C012F48}"/>
              </a:ext>
            </a:extLst>
          </p:cNvPr>
          <p:cNvSpPr txBox="1"/>
          <p:nvPr/>
        </p:nvSpPr>
        <p:spPr>
          <a:xfrm>
            <a:off x="3464756" y="1224037"/>
            <a:ext cx="4090287" cy="22049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Mutual Fund Industry’s AAUM more than  </a:t>
            </a:r>
            <a:r>
              <a:rPr lang="en-US" sz="1200" b="1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~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10x</a:t>
            </a:r>
            <a:r>
              <a:rPr lang="en-US" sz="1200" b="1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over the last  decade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Ubuntu" panose="020B0504030602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Industry added more than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17 </a:t>
            </a:r>
            <a:r>
              <a:rPr lang="en-US" sz="1800" b="1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Lakh Crore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of Assets during this period </a:t>
            </a:r>
            <a:endParaRPr lang="en-US" sz="1800" dirty="0">
              <a:solidFill>
                <a:schemeClr val="bg2">
                  <a:lumMod val="2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44D07F-1B9B-F868-0422-68651C4645CB}"/>
              </a:ext>
            </a:extLst>
          </p:cNvPr>
          <p:cNvSpPr/>
          <p:nvPr/>
        </p:nvSpPr>
        <p:spPr>
          <a:xfrm>
            <a:off x="9788577" y="961596"/>
            <a:ext cx="1723868" cy="8222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</a:rPr>
              <a:t>Industry has grown 39% from Mar-24</a:t>
            </a:r>
            <a:endParaRPr lang="en-IN" sz="1400" b="1" dirty="0">
              <a:solidFill>
                <a:schemeClr val="bg2">
                  <a:lumMod val="2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54C8A-D261-0A10-CDA9-259F8049F51B}"/>
              </a:ext>
            </a:extLst>
          </p:cNvPr>
          <p:cNvSpPr txBox="1"/>
          <p:nvPr/>
        </p:nvSpPr>
        <p:spPr>
          <a:xfrm>
            <a:off x="0" y="6639545"/>
            <a:ext cx="16495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Source- MF Dex</a:t>
            </a:r>
            <a:endParaRPr lang="en-IN" sz="900" dirty="0">
              <a:solidFill>
                <a:schemeClr val="tx1">
                  <a:lumMod val="75000"/>
                  <a:lumOff val="25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08510-FDF3-AD0E-FDF2-F5ACF2AB3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49" y="368562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72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4C76815-5EE6-DBCE-0DFE-CCE1F2A30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50" y="194293"/>
            <a:ext cx="11261570" cy="514350"/>
          </a:xfrm>
        </p:spPr>
        <p:txBody>
          <a:bodyPr>
            <a:noAutofit/>
          </a:bodyPr>
          <a:lstStyle/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MFD (PFPs) - Expansion of Mutual Fund Folios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658F8516-8F1B-C343-123A-F8C761E2CC9C}"/>
              </a:ext>
            </a:extLst>
          </p:cNvPr>
          <p:cNvSpPr txBox="1"/>
          <p:nvPr/>
        </p:nvSpPr>
        <p:spPr>
          <a:xfrm>
            <a:off x="205670" y="5259565"/>
            <a:ext cx="11696519" cy="7802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Ubuntu" panose="020B0504030602030204" pitchFamily="34" charset="0"/>
              </a:rPr>
              <a:t>Industry’s MF folio count has become more than </a:t>
            </a:r>
            <a:r>
              <a:rPr lang="en-US" sz="1600" b="1" dirty="0">
                <a:solidFill>
                  <a:schemeClr val="tx1"/>
                </a:solidFill>
                <a:latin typeface="Ubuntu" panose="020B0504030602030204" pitchFamily="34" charset="0"/>
              </a:rPr>
              <a:t>~2.25x </a:t>
            </a:r>
            <a:r>
              <a:rPr lang="en-US" sz="1600" dirty="0">
                <a:solidFill>
                  <a:schemeClr val="tx1"/>
                </a:solidFill>
                <a:latin typeface="Ubuntu" panose="020B0504030602030204" pitchFamily="34" charset="0"/>
              </a:rPr>
              <a:t>over the last 10 years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Ubuntu" panose="020B0504030602030204" pitchFamily="34" charset="0"/>
              </a:rPr>
              <a:t>Folio count is a key metric to measure MF penetration.</a:t>
            </a:r>
            <a:endParaRPr lang="en-US" sz="1600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A210B43-CCB1-493D-9E1B-B07066C470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6181047"/>
              </p:ext>
            </p:extLst>
          </p:nvPr>
        </p:nvGraphicFramePr>
        <p:xfrm>
          <a:off x="205670" y="844881"/>
          <a:ext cx="11696518" cy="4204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3B6C29-AC40-0F52-25E4-B107BE3BCC8C}"/>
              </a:ext>
            </a:extLst>
          </p:cNvPr>
          <p:cNvCxnSpPr>
            <a:cxnSpLocks/>
          </p:cNvCxnSpPr>
          <p:nvPr/>
        </p:nvCxnSpPr>
        <p:spPr>
          <a:xfrm flipV="1">
            <a:off x="750550" y="1210759"/>
            <a:ext cx="10443923" cy="1419122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44AC88-62EF-5A84-3DCC-FA3D8EEFA94D}"/>
              </a:ext>
            </a:extLst>
          </p:cNvPr>
          <p:cNvSpPr txBox="1"/>
          <p:nvPr/>
        </p:nvSpPr>
        <p:spPr>
          <a:xfrm rot="21177498">
            <a:off x="3751474" y="1513031"/>
            <a:ext cx="37410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More than 3.7 Cr </a:t>
            </a:r>
            <a:r>
              <a:rPr lang="en-US" sz="1600" b="1" dirty="0">
                <a:latin typeface="Ubuntu" panose="020B0504030602030204" pitchFamily="34" charset="0"/>
              </a:rPr>
              <a:t>folios added </a:t>
            </a:r>
            <a:endParaRPr lang="en-IN" sz="1600" b="1" dirty="0">
              <a:latin typeface="Ubuntu" panose="020B05040306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C37D1-C8E3-BAD3-00C8-320CE2A899E2}"/>
              </a:ext>
            </a:extLst>
          </p:cNvPr>
          <p:cNvSpPr txBox="1"/>
          <p:nvPr/>
        </p:nvSpPr>
        <p:spPr>
          <a:xfrm>
            <a:off x="0" y="6639545"/>
            <a:ext cx="16495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Source- MF Dex</a:t>
            </a:r>
            <a:endParaRPr lang="en-IN" sz="900" dirty="0">
              <a:solidFill>
                <a:schemeClr val="tx1">
                  <a:lumMod val="75000"/>
                  <a:lumOff val="25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83B70-AFA9-B514-6D8F-14242CDBE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94" y="382417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3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9E9EBA-567D-FA92-13A6-EA93E685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90" y="129353"/>
            <a:ext cx="11464310" cy="556825"/>
          </a:xfrm>
        </p:spPr>
        <p:txBody>
          <a:bodyPr>
            <a:noAutofit/>
          </a:bodyPr>
          <a:lstStyle/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MFD (PFPs) - Evolution of asset mix over last 5 years </a:t>
            </a:r>
            <a:endParaRPr lang="en-IN" sz="3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59A10-9292-1E87-3187-6299FE3BC18A}"/>
              </a:ext>
            </a:extLst>
          </p:cNvPr>
          <p:cNvSpPr txBox="1"/>
          <p:nvPr/>
        </p:nvSpPr>
        <p:spPr>
          <a:xfrm>
            <a:off x="323384" y="5102978"/>
            <a:ext cx="11608786" cy="6941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No single asset class outperforms every year—</a:t>
            </a:r>
            <a:r>
              <a:rPr lang="en-US" sz="1400" b="1" dirty="0">
                <a:latin typeface="Ubuntu" panose="020B0504030602030204" pitchFamily="34" charset="0"/>
              </a:rPr>
              <a:t>focus on diversification</a:t>
            </a:r>
            <a:r>
              <a:rPr lang="en-US" sz="1400" dirty="0">
                <a:latin typeface="Ubuntu" panose="020B0504030602030204" pitchFamily="34" charset="0"/>
              </a:rPr>
              <a:t> for better balance and resilience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Ubuntu" panose="020B0504030602030204" pitchFamily="34" charset="0"/>
              </a:rPr>
              <a:t>Overall trend shows a steady decline in Debt and Liquid contributions, with a corresponding rise in Equity assets over a five year period.</a:t>
            </a:r>
            <a:endParaRPr lang="en-IN" sz="1400" dirty="0">
              <a:latin typeface="Ubuntu" panose="020B0504030602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2FA2CF5-0599-9E36-A66F-A48313D410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8179987"/>
              </p:ext>
            </p:extLst>
          </p:nvPr>
        </p:nvGraphicFramePr>
        <p:xfrm>
          <a:off x="323384" y="686178"/>
          <a:ext cx="11608786" cy="4301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B09A61C-9B41-79AA-495C-B3C775345674}"/>
              </a:ext>
            </a:extLst>
          </p:cNvPr>
          <p:cNvSpPr txBox="1"/>
          <p:nvPr/>
        </p:nvSpPr>
        <p:spPr>
          <a:xfrm>
            <a:off x="0" y="6639545"/>
            <a:ext cx="16495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Source- MF Dex</a:t>
            </a:r>
            <a:endParaRPr lang="en-IN" sz="900" dirty="0">
              <a:solidFill>
                <a:schemeClr val="tx1">
                  <a:lumMod val="75000"/>
                  <a:lumOff val="25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47C36-A2B9-D2B8-6EC9-02F05B24E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39" y="340852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29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97EE83-680B-A6C6-FBC5-BA48FF3EC151}"/>
              </a:ext>
            </a:extLst>
          </p:cNvPr>
          <p:cNvSpPr/>
          <p:nvPr/>
        </p:nvSpPr>
        <p:spPr>
          <a:xfrm>
            <a:off x="198895" y="5369645"/>
            <a:ext cx="11794210" cy="810396"/>
          </a:xfrm>
          <a:prstGeom prst="roundRect">
            <a:avLst>
              <a:gd name="adj" fmla="val 7255"/>
            </a:avLst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Ubuntu" panose="020B0504030602030204" pitchFamily="34" charset="0"/>
              </a:rPr>
              <a:t>Industry Monthly SIP Flows has Crossed INR 9258 Cr, up by 44% vs Mar-24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Ubuntu" panose="020B0504030602030204" pitchFamily="34" charset="0"/>
              </a:rPr>
              <a:t>MFD Segment contributes 34.10% of overall Industry Book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9F36325-F8A6-23D1-134E-64FF0D064DF4}"/>
              </a:ext>
            </a:extLst>
          </p:cNvPr>
          <p:cNvSpPr txBox="1">
            <a:spLocks/>
          </p:cNvSpPr>
          <p:nvPr/>
        </p:nvSpPr>
        <p:spPr>
          <a:xfrm>
            <a:off x="749075" y="137842"/>
            <a:ext cx="11138115" cy="570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1"/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pPr defTabSz="914400"/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SIP Book Trend  </a:t>
            </a:r>
            <a:endParaRPr lang="en-IN" sz="3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1870764-2BFB-4BFD-8029-82B8FE86A5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7166380"/>
              </p:ext>
            </p:extLst>
          </p:nvPr>
        </p:nvGraphicFramePr>
        <p:xfrm>
          <a:off x="198894" y="694484"/>
          <a:ext cx="11794209" cy="4436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5FB827-F173-F0F4-08DC-601F39F28526}"/>
              </a:ext>
            </a:extLst>
          </p:cNvPr>
          <p:cNvSpPr txBox="1"/>
          <p:nvPr/>
        </p:nvSpPr>
        <p:spPr>
          <a:xfrm>
            <a:off x="0" y="6639545"/>
            <a:ext cx="16495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Ubuntu" panose="020B0504030602030204" pitchFamily="34" charset="0"/>
              </a:rPr>
              <a:t>Source- MF Dex</a:t>
            </a:r>
            <a:endParaRPr lang="en-IN" sz="900" dirty="0">
              <a:solidFill>
                <a:schemeClr val="tx1">
                  <a:lumMod val="75000"/>
                  <a:lumOff val="25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CCC3B-68CE-12D3-1350-4C065FBF6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39" y="354707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75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A3368-94C0-D1B9-5E9A-E5F7A1F6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6076-58A0-57E8-5640-5ACA41A1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06652"/>
            <a:ext cx="12192000" cy="644697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Ubuntu" panose="020B0504030602030204"/>
              </a:rPr>
              <a:t>Client Database Management</a:t>
            </a:r>
          </a:p>
        </p:txBody>
      </p:sp>
    </p:spTree>
    <p:extLst>
      <p:ext uri="{BB962C8B-B14F-4D97-AF65-F5344CB8AC3E}">
        <p14:creationId xmlns:p14="http://schemas.microsoft.com/office/powerpoint/2010/main" val="1900204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7">
            <a:extLst>
              <a:ext uri="{FF2B5EF4-FFF2-40B4-BE49-F238E27FC236}">
                <a16:creationId xmlns:a16="http://schemas.microsoft.com/office/drawing/2014/main" id="{DFB7A271-00C3-064A-8F64-D6FBAE268050}"/>
              </a:ext>
            </a:extLst>
          </p:cNvPr>
          <p:cNvSpPr/>
          <p:nvPr/>
        </p:nvSpPr>
        <p:spPr>
          <a:xfrm>
            <a:off x="8499671" y="1363038"/>
            <a:ext cx="2914542" cy="3897589"/>
          </a:xfrm>
          <a:prstGeom prst="roundRect">
            <a:avLst>
              <a:gd name="adj" fmla="val 20358"/>
            </a:avLst>
          </a:prstGeom>
          <a:solidFill>
            <a:srgbClr val="F0615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 txBox="1"/>
          <p:nvPr/>
        </p:nvSpPr>
        <p:spPr>
          <a:xfrm>
            <a:off x="762413" y="182920"/>
            <a:ext cx="11313348" cy="48097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Data Intelligence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27507" y="880454"/>
            <a:ext cx="67153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From Memory to Intelligence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8305" y="1932349"/>
            <a:ext cx="38405" cy="55229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1" name="Text 9"/>
          <p:cNvSpPr txBox="1"/>
          <p:nvPr/>
        </p:nvSpPr>
        <p:spPr>
          <a:xfrm>
            <a:off x="812800" y="1855539"/>
            <a:ext cx="41102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Most MFDs don’t lack clients.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2800" y="2312739"/>
            <a:ext cx="43488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The volume is there, but the organization is missing.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8305" y="3010426"/>
            <a:ext cx="38405" cy="55229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4" name="Text 12"/>
          <p:cNvSpPr txBox="1"/>
          <p:nvPr/>
        </p:nvSpPr>
        <p:spPr>
          <a:xfrm>
            <a:off x="812800" y="2934531"/>
            <a:ext cx="53483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They lack visibility into their own book.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12800" y="3391731"/>
            <a:ext cx="5005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Data is scattered across emails, spreadsheets and memory.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8305" y="4089418"/>
            <a:ext cx="38405" cy="89519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7" name="Text 15"/>
          <p:cNvSpPr txBox="1"/>
          <p:nvPr/>
        </p:nvSpPr>
        <p:spPr>
          <a:xfrm>
            <a:off x="812800" y="4013523"/>
            <a:ext cx="63294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Growth stalls when decisions rely on memory, not insight.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12800" y="4813623"/>
            <a:ext cx="48435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Scalability becomes impossible without a systematic view.</a:t>
            </a:r>
            <a:endParaRPr lang="en-US" sz="1400" dirty="0">
              <a:latin typeface="Ubuntu" panose="020B0504030602030204" pitchFamily="34" charset="0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9262540" y="1567362"/>
            <a:ext cx="1452679" cy="1439759"/>
          </a:xfrm>
          <a:prstGeom prst="rect">
            <a:avLst/>
          </a:prstGeom>
          <a:ln>
            <a:noFill/>
          </a:ln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t="-100" b="-100"/>
          <a:stretch/>
        </p:blipFill>
        <p:spPr>
          <a:xfrm>
            <a:off x="9730530" y="3115957"/>
            <a:ext cx="529633" cy="701298"/>
          </a:xfrm>
          <a:prstGeom prst="rect">
            <a:avLst/>
          </a:prstGeom>
          <a:ln>
            <a:noFill/>
          </a:ln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>
            <a:alphaModFix amt="90000"/>
          </a:blip>
          <a:srcRect l="-469" r="-469"/>
          <a:stretch/>
        </p:blipFill>
        <p:spPr>
          <a:xfrm>
            <a:off x="9537925" y="4028578"/>
            <a:ext cx="919587" cy="10319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C44DCE-440C-708E-AEE7-D6B7ACCAB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39" y="354707"/>
            <a:ext cx="571500" cy="1333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7">
            <a:extLst>
              <a:ext uri="{FF2B5EF4-FFF2-40B4-BE49-F238E27FC236}">
                <a16:creationId xmlns:a16="http://schemas.microsoft.com/office/drawing/2014/main" id="{E542201D-3227-D93B-248F-FBBA26F3BA23}"/>
              </a:ext>
            </a:extLst>
          </p:cNvPr>
          <p:cNvSpPr/>
          <p:nvPr/>
        </p:nvSpPr>
        <p:spPr>
          <a:xfrm>
            <a:off x="8592491" y="1526231"/>
            <a:ext cx="2914542" cy="3897589"/>
          </a:xfrm>
          <a:prstGeom prst="roundRect">
            <a:avLst>
              <a:gd name="adj" fmla="val 20358"/>
            </a:avLst>
          </a:prstGeom>
          <a:solidFill>
            <a:srgbClr val="F0615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 txBox="1"/>
          <p:nvPr/>
        </p:nvSpPr>
        <p:spPr>
          <a:xfrm>
            <a:off x="737866" y="229081"/>
            <a:ext cx="5777041" cy="562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Why Databases Matter (1/2)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381305" y="1016305"/>
            <a:ext cx="8287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Your Client List Is Not a Contact List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1305" y="2350414"/>
            <a:ext cx="38405" cy="55229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85800" y="2274519"/>
            <a:ext cx="51581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A client database is a business asset.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5800" y="2731719"/>
            <a:ext cx="38916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It's intellectual property, not just a phonebook.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1305" y="3429406"/>
            <a:ext cx="38405" cy="55229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85800" y="3353511"/>
            <a:ext cx="62060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It enables better decisions, not just reporting.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85800" y="3810711"/>
            <a:ext cx="4148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Move from reactive service to proactive planning.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1305" y="4508398"/>
            <a:ext cx="38405" cy="55229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85800" y="4431589"/>
            <a:ext cx="57872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It shapes how you grow, serve and scale.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85800" y="4888789"/>
            <a:ext cx="3844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Your future revenue is hidden in these details.</a:t>
            </a:r>
            <a:endParaRPr lang="en-US" sz="1300" dirty="0">
              <a:latin typeface="Ubuntu" panose="020B0504030602030204" pitchFamily="34" charset="0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 t="-100" b="-100"/>
          <a:stretch/>
        </p:blipFill>
        <p:spPr>
          <a:xfrm>
            <a:off x="9916538" y="3307754"/>
            <a:ext cx="323718" cy="542385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/>
          <a:stretch/>
        </p:blipFill>
        <p:spPr>
          <a:xfrm>
            <a:off x="9708893" y="3951378"/>
            <a:ext cx="841755" cy="8417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00E283-0193-30C0-7A8D-7B8D09036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39" y="382417"/>
            <a:ext cx="571500" cy="133351"/>
          </a:xfrm>
          <a:prstGeom prst="rect">
            <a:avLst/>
          </a:prstGeom>
        </p:spPr>
      </p:pic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6">
            <a:alphaModFix amt="90000"/>
          </a:blip>
          <a:srcRect/>
          <a:stretch/>
        </p:blipFill>
        <p:spPr>
          <a:xfrm>
            <a:off x="9601988" y="2112518"/>
            <a:ext cx="1034592" cy="10345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57823" y="863600"/>
            <a:ext cx="63455" cy="46609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383886" y="1282395"/>
            <a:ext cx="684000" cy="684000"/>
          </a:xfrm>
          <a:prstGeom prst="roundRect">
            <a:avLst>
              <a:gd name="adj" fmla="val 21333"/>
            </a:avLst>
          </a:prstGeom>
          <a:solidFill>
            <a:srgbClr val="F0615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5484266" y="1378102"/>
            <a:ext cx="468000" cy="46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89197" y="2356026"/>
            <a:ext cx="684000" cy="684000"/>
          </a:xfrm>
          <a:prstGeom prst="roundRect">
            <a:avLst>
              <a:gd name="adj" fmla="val 21333"/>
            </a:avLst>
          </a:prstGeom>
          <a:solidFill>
            <a:srgbClr val="F0615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/>
          </p:cNvPicPr>
          <p:nvPr/>
        </p:nvPicPr>
        <p:blipFill>
          <a:blip r:embed="rId4"/>
          <a:srcRect l="-80" r="-80"/>
          <a:stretch/>
        </p:blipFill>
        <p:spPr>
          <a:xfrm>
            <a:off x="5506442" y="2451733"/>
            <a:ext cx="468000" cy="468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393871" y="3385686"/>
            <a:ext cx="684000" cy="684000"/>
          </a:xfrm>
          <a:prstGeom prst="roundRect">
            <a:avLst>
              <a:gd name="adj" fmla="val 21333"/>
            </a:avLst>
          </a:prstGeom>
          <a:solidFill>
            <a:srgbClr val="F0615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/>
          </p:cNvPicPr>
          <p:nvPr/>
        </p:nvPicPr>
        <p:blipFill>
          <a:blip r:embed="rId5"/>
          <a:srcRect l="-80" r="-80"/>
          <a:stretch/>
        </p:blipFill>
        <p:spPr>
          <a:xfrm>
            <a:off x="5498416" y="3494093"/>
            <a:ext cx="468000" cy="468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08676" y="4415347"/>
            <a:ext cx="684000" cy="684000"/>
          </a:xfrm>
          <a:prstGeom prst="roundRect">
            <a:avLst>
              <a:gd name="adj" fmla="val 21333"/>
            </a:avLst>
          </a:prstGeom>
          <a:solidFill>
            <a:srgbClr val="F0615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504184" y="4535641"/>
            <a:ext cx="468000" cy="468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51205" y="190219"/>
            <a:ext cx="5937706" cy="51480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Why Databases Matter (2/2)</a:t>
            </a:r>
          </a:p>
        </p:txBody>
      </p:sp>
      <p:sp>
        <p:nvSpPr>
          <p:cNvPr id="15" name="Text 9"/>
          <p:cNvSpPr txBox="1"/>
          <p:nvPr/>
        </p:nvSpPr>
        <p:spPr>
          <a:xfrm>
            <a:off x="386588" y="1562100"/>
            <a:ext cx="4469790" cy="159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The Cost of Poor Client Databases</a:t>
            </a:r>
            <a:endParaRPr lang="en-US" sz="4000" dirty="0">
              <a:latin typeface="Ubuntu" panose="020B0504030602030204" pitchFamily="34" charset="0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386587" y="3220517"/>
            <a:ext cx="4383837" cy="132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Without structured data, your practice leaks value silently. These hidden costs accumulate, preventing true scalability.</a:t>
            </a:r>
            <a:endParaRPr lang="en-US" sz="1600" dirty="0">
              <a:latin typeface="Ubuntu" panose="020B0504030602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CBC071-CC36-0A54-F5A3-3F076586C140}"/>
              </a:ext>
            </a:extLst>
          </p:cNvPr>
          <p:cNvGrpSpPr/>
          <p:nvPr/>
        </p:nvGrpSpPr>
        <p:grpSpPr>
          <a:xfrm>
            <a:off x="6380074" y="1216254"/>
            <a:ext cx="5697626" cy="3863746"/>
            <a:chOff x="6380074" y="1216254"/>
            <a:chExt cx="5048402" cy="2943454"/>
          </a:xfrm>
        </p:grpSpPr>
        <p:sp>
          <p:nvSpPr>
            <p:cNvPr id="17" name="Text 11"/>
            <p:cNvSpPr txBox="1"/>
            <p:nvPr/>
          </p:nvSpPr>
          <p:spPr>
            <a:xfrm>
              <a:off x="6380074" y="1216254"/>
              <a:ext cx="2553005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33333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Missed Opportunities</a:t>
              </a:r>
              <a:endParaRPr lang="en-US" sz="2000" dirty="0">
                <a:latin typeface="Ubuntu" panose="020B0504030602030204" pitchFamily="34" charset="0"/>
              </a:endParaRPr>
            </a:p>
          </p:txBody>
        </p:sp>
        <p:sp>
          <p:nvSpPr>
            <p:cNvPr id="18" name="Text 12"/>
            <p:cNvSpPr txBox="1"/>
            <p:nvPr/>
          </p:nvSpPr>
          <p:spPr>
            <a:xfrm>
              <a:off x="6380074" y="1568298"/>
              <a:ext cx="388620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555555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Lost cross-sell revenue and untracked SIP step-ups.</a:t>
              </a:r>
              <a:endParaRPr lang="en-US" sz="1400" dirty="0">
                <a:latin typeface="Ubuntu" panose="020B0504030602030204" pitchFamily="34" charset="0"/>
              </a:endParaRPr>
            </a:p>
          </p:txBody>
        </p:sp>
        <p:sp>
          <p:nvSpPr>
            <p:cNvPr id="19" name="Text 13"/>
            <p:cNvSpPr txBox="1"/>
            <p:nvPr/>
          </p:nvSpPr>
          <p:spPr>
            <a:xfrm>
              <a:off x="6380074" y="2016354"/>
              <a:ext cx="327721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33333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Inconsistent Service Quality</a:t>
              </a:r>
              <a:endParaRPr lang="en-US" sz="2000" dirty="0">
                <a:latin typeface="Ubuntu" panose="020B0504030602030204" pitchFamily="34" charset="0"/>
              </a:endParaRPr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6380074" y="2368398"/>
              <a:ext cx="50484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555555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Client experience varies based on advisor memory, not client needs.</a:t>
              </a:r>
              <a:endParaRPr lang="en-US" sz="1400" dirty="0">
                <a:latin typeface="Ubuntu" panose="020B0504030602030204" pitchFamily="34" charset="0"/>
              </a:endParaRPr>
            </a:p>
          </p:txBody>
        </p:sp>
        <p:sp>
          <p:nvSpPr>
            <p:cNvPr id="21" name="Text 15"/>
            <p:cNvSpPr txBox="1"/>
            <p:nvPr/>
          </p:nvSpPr>
          <p:spPr>
            <a:xfrm>
              <a:off x="6380074" y="2816454"/>
              <a:ext cx="343905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33333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Over-dependence on Advisor</a:t>
              </a:r>
              <a:endParaRPr lang="en-US" sz="2000" dirty="0">
                <a:latin typeface="Ubuntu" panose="020B0504030602030204" pitchFamily="34" charset="0"/>
              </a:endParaRPr>
            </a:p>
          </p:txBody>
        </p:sp>
        <p:sp>
          <p:nvSpPr>
            <p:cNvPr id="22" name="Text 16"/>
            <p:cNvSpPr txBox="1"/>
            <p:nvPr/>
          </p:nvSpPr>
          <p:spPr>
            <a:xfrm>
              <a:off x="6380074" y="3168498"/>
              <a:ext cx="47722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555555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The business cannot function or scale if the founder steps away.</a:t>
              </a:r>
              <a:endParaRPr lang="en-US" sz="1400" dirty="0">
                <a:latin typeface="Ubuntu" panose="020B0504030602030204" pitchFamily="34" charset="0"/>
              </a:endParaRPr>
            </a:p>
          </p:txBody>
        </p:sp>
        <p:sp>
          <p:nvSpPr>
            <p:cNvPr id="23" name="Text 17"/>
            <p:cNvSpPr txBox="1"/>
            <p:nvPr/>
          </p:nvSpPr>
          <p:spPr>
            <a:xfrm>
              <a:off x="6380074" y="3616554"/>
              <a:ext cx="1991563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33333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Growth Plateaus</a:t>
              </a:r>
              <a:endParaRPr lang="en-US" sz="2000" dirty="0">
                <a:latin typeface="Ubuntu" panose="020B0504030602030204" pitchFamily="34" charset="0"/>
              </a:endParaRPr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6380074" y="3968598"/>
              <a:ext cx="457200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555555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Hard work yields diminishing returns as complexity increases.</a:t>
              </a:r>
              <a:endParaRPr lang="en-US" sz="1400" dirty="0">
                <a:latin typeface="Ubuntu" panose="020B0504030602030204" pitchFamily="3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74B759B-51FD-DE86-C0E6-649B22F2C5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39" y="382417"/>
            <a:ext cx="571500" cy="1333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6210605" y="4157777"/>
            <a:ext cx="5372100" cy="1943100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75DB3305-1790-81CA-FFAD-47227D21262B}"/>
              </a:ext>
            </a:extLst>
          </p:cNvPr>
          <p:cNvSpPr/>
          <p:nvPr/>
        </p:nvSpPr>
        <p:spPr>
          <a:xfrm>
            <a:off x="6408659" y="4395964"/>
            <a:ext cx="396000" cy="450000"/>
          </a:xfrm>
          <a:prstGeom prst="ellipse">
            <a:avLst/>
          </a:prstGeom>
          <a:solidFill>
            <a:srgbClr val="F06156">
              <a:alpha val="4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9905" y="4157777"/>
            <a:ext cx="5372100" cy="1943100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9642AADA-4968-86F5-5C5A-A5CCB8310918}"/>
              </a:ext>
            </a:extLst>
          </p:cNvPr>
          <p:cNvSpPr/>
          <p:nvPr/>
        </p:nvSpPr>
        <p:spPr>
          <a:xfrm>
            <a:off x="810634" y="4334196"/>
            <a:ext cx="396000" cy="450000"/>
          </a:xfrm>
          <a:prstGeom prst="ellipse">
            <a:avLst/>
          </a:prstGeom>
          <a:solidFill>
            <a:srgbClr val="F06156">
              <a:alpha val="4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10605" y="1990649"/>
            <a:ext cx="5372100" cy="1943100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B8F1DBCF-6AF7-866F-E40F-614995996EFA}"/>
              </a:ext>
            </a:extLst>
          </p:cNvPr>
          <p:cNvSpPr/>
          <p:nvPr/>
        </p:nvSpPr>
        <p:spPr>
          <a:xfrm>
            <a:off x="6395784" y="2238698"/>
            <a:ext cx="396000" cy="450000"/>
          </a:xfrm>
          <a:prstGeom prst="ellipse">
            <a:avLst/>
          </a:prstGeom>
          <a:solidFill>
            <a:srgbClr val="F06156">
              <a:alpha val="4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48435" y="212140"/>
            <a:ext cx="5233570" cy="4197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Common Pitfalls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09905" y="914400"/>
            <a:ext cx="70390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4 Mistakes That Quietly Hold MFDs Back</a:t>
            </a:r>
            <a:endParaRPr lang="en-US" sz="2700" dirty="0">
              <a:latin typeface="Ubuntu" panose="020B050403060203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9905" y="1367942"/>
            <a:ext cx="8724595" cy="37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These seemingly small gaps in data management create significant drag on practice scalability.</a:t>
            </a:r>
            <a:endParaRPr lang="en-US" sz="1600" dirty="0">
              <a:latin typeface="Ubuntu" panose="020B0504030602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905" y="1990649"/>
            <a:ext cx="5372100" cy="1943100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111497" y="1990649"/>
            <a:ext cx="882904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5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598811" y="1990649"/>
            <a:ext cx="98359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500" dirty="0">
              <a:solidFill>
                <a:srgbClr val="FF0000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988967" y="4174032"/>
            <a:ext cx="9924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5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653979" y="4174032"/>
            <a:ext cx="9427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500" dirty="0">
              <a:solidFill>
                <a:srgbClr val="FF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8867" y="2257348"/>
            <a:ext cx="396000" cy="450000"/>
          </a:xfrm>
          <a:prstGeom prst="ellipse">
            <a:avLst/>
          </a:prstGeom>
          <a:solidFill>
            <a:srgbClr val="F06156">
              <a:alpha val="4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7398" y="2379093"/>
            <a:ext cx="190195" cy="1901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10029" y="2260498"/>
            <a:ext cx="3223871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Everything Stored in Memory</a:t>
            </a:r>
            <a:endParaRPr lang="en-US" sz="1600" dirty="0">
              <a:latin typeface="Ubuntu" panose="020B0504030602030204" pitchFamily="3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310030" y="2609901"/>
            <a:ext cx="4493870" cy="1047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Relying on mental notes instead of a recorded system makes handover impossible, service inconsistent, and scaling dependent entirely on the founder's presence.</a:t>
            </a:r>
            <a:endParaRPr lang="en-US" sz="1400" dirty="0">
              <a:latin typeface="Ubuntu" panose="020B0504030602030204" pitchFamily="34" charset="0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8844" y="2368601"/>
            <a:ext cx="190195" cy="19019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00811" y="2303734"/>
            <a:ext cx="2886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5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1600" dirty="0"/>
              <a:t>No Lead vs. Client Separation</a:t>
            </a:r>
          </a:p>
        </p:txBody>
      </p:sp>
      <p:sp>
        <p:nvSpPr>
          <p:cNvPr id="26" name="Text 22"/>
          <p:cNvSpPr txBox="1"/>
          <p:nvPr/>
        </p:nvSpPr>
        <p:spPr>
          <a:xfrm>
            <a:off x="6867144" y="2609901"/>
            <a:ext cx="4463186" cy="123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05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1400" dirty="0"/>
              <a:t>Treating a cold prospect and a long-term investor with the same workflow dilutes focus. Your database must distinguish between who pays you and who might pay you.</a:t>
            </a:r>
          </a:p>
        </p:txBody>
      </p:sp>
      <p:sp>
        <p:nvSpPr>
          <p:cNvPr id="29" name="Text 24"/>
          <p:cNvSpPr txBox="1"/>
          <p:nvPr/>
        </p:nvSpPr>
        <p:spPr>
          <a:xfrm>
            <a:off x="1353737" y="4395964"/>
            <a:ext cx="2671267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6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No Interaction History</a:t>
            </a:r>
          </a:p>
        </p:txBody>
      </p:sp>
      <p:sp>
        <p:nvSpPr>
          <p:cNvPr id="30" name="Text 25"/>
          <p:cNvSpPr txBox="1"/>
          <p:nvPr/>
        </p:nvSpPr>
        <p:spPr>
          <a:xfrm>
            <a:off x="1291132" y="4712614"/>
            <a:ext cx="4512767" cy="1027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Forgetting past conversations breaks trust. When a client calls, knowing exactly what was discussed last time turns a transaction into a relationship.</a:t>
            </a:r>
          </a:p>
        </p:txBody>
      </p:sp>
      <p:sp>
        <p:nvSpPr>
          <p:cNvPr id="33" name="Text 27"/>
          <p:cNvSpPr txBox="1"/>
          <p:nvPr/>
        </p:nvSpPr>
        <p:spPr>
          <a:xfrm>
            <a:off x="6900811" y="4496409"/>
            <a:ext cx="3196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6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Data Captured But Never Used</a:t>
            </a:r>
          </a:p>
        </p:txBody>
      </p:sp>
      <p:sp>
        <p:nvSpPr>
          <p:cNvPr id="34" name="Text 28"/>
          <p:cNvSpPr txBox="1"/>
          <p:nvPr/>
        </p:nvSpPr>
        <p:spPr>
          <a:xfrm>
            <a:off x="6900062" y="4763414"/>
            <a:ext cx="4470414" cy="1027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Collecting forms without analysing the data leads to "rich data, poor insight." Data is fuel, not just storage it must drive the next conversation.</a:t>
            </a:r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3646" y="4464964"/>
            <a:ext cx="190195" cy="190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2AB374-CEBA-CD34-C59F-C4F5B73ED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39" y="369717"/>
            <a:ext cx="571500" cy="133351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45428" y="4522114"/>
            <a:ext cx="142646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 txBox="1"/>
          <p:nvPr/>
        </p:nvSpPr>
        <p:spPr>
          <a:xfrm>
            <a:off x="788213" y="197355"/>
            <a:ext cx="5186476" cy="43477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Segmentation Insight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650858" y="887244"/>
            <a:ext cx="10626437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“</a:t>
            </a:r>
            <a:r>
              <a:rPr lang="en-US" sz="32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Treating All Clients the Same Is the Most Expensive Mistake</a:t>
            </a:r>
            <a:r>
              <a:rPr lang="en-US" sz="40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”</a:t>
            </a:r>
            <a:r>
              <a:rPr lang="en-US" sz="32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3200" dirty="0">
              <a:latin typeface="Ubuntu" panose="020B0504030602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7740" y="2388555"/>
            <a:ext cx="10589556" cy="45719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78864" y="2952763"/>
            <a:ext cx="396000" cy="450000"/>
          </a:xfrm>
          <a:prstGeom prst="roundRect">
            <a:avLst>
              <a:gd name="adj" fmla="val 239808"/>
            </a:avLst>
          </a:prstGeom>
          <a:solidFill>
            <a:srgbClr val="F7A8A2">
              <a:alpha val="49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787818" y="3099485"/>
            <a:ext cx="190195" cy="1719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11960" y="3028938"/>
            <a:ext cx="1933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6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1800" dirty="0"/>
              <a:t>Different Needs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1211960" y="3495281"/>
            <a:ext cx="4318180" cy="115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1600" dirty="0"/>
              <a:t>Not all clients require the same service intensity or frequency.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Allocation of time</a:t>
            </a:r>
            <a:r>
              <a:rPr lang="en-US" sz="1600" dirty="0"/>
              <a:t> must align with </a:t>
            </a:r>
            <a:r>
              <a:rPr lang="en-US" sz="1600" b="1" dirty="0">
                <a:solidFill>
                  <a:srgbClr val="C00000"/>
                </a:solidFill>
              </a:rPr>
              <a:t>client value.</a:t>
            </a:r>
          </a:p>
        </p:txBody>
      </p:sp>
      <p:sp>
        <p:nvSpPr>
          <p:cNvPr id="16" name="Shape 13"/>
          <p:cNvSpPr/>
          <p:nvPr/>
        </p:nvSpPr>
        <p:spPr>
          <a:xfrm>
            <a:off x="5993694" y="2996044"/>
            <a:ext cx="45719" cy="15521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378268" y="298046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7A8A2">
              <a:alpha val="49000"/>
            </a:srgbClr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6364" y="3085622"/>
            <a:ext cx="171907" cy="17190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911363" y="3028930"/>
            <a:ext cx="24387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Relevance is Critical</a:t>
            </a:r>
          </a:p>
        </p:txBody>
      </p:sp>
      <p:sp>
        <p:nvSpPr>
          <p:cNvPr id="20" name="Text 16"/>
          <p:cNvSpPr txBox="1"/>
          <p:nvPr/>
        </p:nvSpPr>
        <p:spPr>
          <a:xfrm>
            <a:off x="6911363" y="3500525"/>
            <a:ext cx="4318180" cy="115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6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Generic updates are ignored. Every client needs communication that feels </a:t>
            </a:r>
            <a:r>
              <a:rPr lang="en-US" b="1" dirty="0">
                <a:solidFill>
                  <a:srgbClr val="C00000"/>
                </a:solidFill>
              </a:rPr>
              <a:t>personal</a:t>
            </a:r>
            <a:r>
              <a:rPr lang="en-US" dirty="0"/>
              <a:t> and relevant to their life stage.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8A556-1E9F-772F-C6E5-5DF3091CF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39" y="369717"/>
            <a:ext cx="571500" cy="1333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09905" y="2300459"/>
            <a:ext cx="685800" cy="685800"/>
          </a:xfrm>
          <a:prstGeom prst="ellipse">
            <a:avLst/>
          </a:prstGeom>
          <a:solidFill>
            <a:srgbClr val="F0615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0159" y="2500713"/>
            <a:ext cx="286207" cy="2862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65346" y="2327148"/>
            <a:ext cx="685800" cy="685800"/>
          </a:xfrm>
          <a:prstGeom prst="ellipse">
            <a:avLst/>
          </a:prstGeom>
          <a:solidFill>
            <a:srgbClr val="F0615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65599" y="2541257"/>
            <a:ext cx="286207" cy="28620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207654" y="2323490"/>
            <a:ext cx="685800" cy="685800"/>
          </a:xfrm>
          <a:prstGeom prst="ellipse">
            <a:avLst/>
          </a:prstGeom>
          <a:solidFill>
            <a:srgbClr val="F0615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8369503" y="2537599"/>
            <a:ext cx="362102" cy="2862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 rot="10800000" flipV="1">
            <a:off x="687739" y="185569"/>
            <a:ext cx="7194500" cy="41970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Segmentation Framework</a:t>
            </a:r>
          </a:p>
        </p:txBody>
      </p:sp>
      <p:sp>
        <p:nvSpPr>
          <p:cNvPr id="24" name="Text 19"/>
          <p:cNvSpPr txBox="1"/>
          <p:nvPr/>
        </p:nvSpPr>
        <p:spPr>
          <a:xfrm>
            <a:off x="609904" y="857707"/>
            <a:ext cx="9102131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0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3200" dirty="0"/>
              <a:t>A Practical Way to Segment Clients</a:t>
            </a:r>
          </a:p>
        </p:txBody>
      </p:sp>
      <p:sp>
        <p:nvSpPr>
          <p:cNvPr id="25" name="Text 20"/>
          <p:cNvSpPr txBox="1"/>
          <p:nvPr/>
        </p:nvSpPr>
        <p:spPr>
          <a:xfrm>
            <a:off x="609905" y="1505102"/>
            <a:ext cx="856884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A robust database allows you to view your book through three distinct lenses.</a:t>
            </a:r>
            <a:endParaRPr lang="en-US" dirty="0">
              <a:latin typeface="Ubuntu" panose="020B0504030602030204" pitchFamily="34" charset="0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804174" y="3193440"/>
            <a:ext cx="2220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Current Value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810159" y="3567359"/>
            <a:ext cx="2624327" cy="1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What They Are Worth Today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888534" y="3763710"/>
            <a:ext cx="2830955" cy="1799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Total Assets Under Management (AUM)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Revenue Contribution</a:t>
            </a:r>
            <a:endParaRPr lang="en-US" sz="1400" dirty="0">
              <a:latin typeface="Ubuntu" panose="020B0504030602030204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Active SIP Count &amp; Value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1175421" y="4684084"/>
            <a:ext cx="1881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1175421" y="5102879"/>
            <a:ext cx="21479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4565599" y="3149549"/>
            <a:ext cx="2576779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4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Future Potential</a:t>
            </a:r>
          </a:p>
        </p:txBody>
      </p:sp>
      <p:sp>
        <p:nvSpPr>
          <p:cNvPr id="32" name="Text 27"/>
          <p:cNvSpPr txBox="1"/>
          <p:nvPr/>
        </p:nvSpPr>
        <p:spPr>
          <a:xfrm>
            <a:off x="4565599" y="3539185"/>
            <a:ext cx="2576779" cy="26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400" b="1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What They Could Be Worth</a:t>
            </a:r>
          </a:p>
        </p:txBody>
      </p:sp>
      <p:sp>
        <p:nvSpPr>
          <p:cNvPr id="33" name="Text 28"/>
          <p:cNvSpPr txBox="1"/>
          <p:nvPr/>
        </p:nvSpPr>
        <p:spPr>
          <a:xfrm>
            <a:off x="4565599" y="3762340"/>
            <a:ext cx="2576778" cy="1799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Income &amp; Wealth Trajectory</a:t>
            </a:r>
          </a:p>
          <a:p>
            <a:r>
              <a:rPr lang="en-US" dirty="0"/>
              <a:t>Current Life Stage</a:t>
            </a:r>
          </a:p>
          <a:p>
            <a:r>
              <a:rPr lang="en-US" dirty="0"/>
              <a:t>Wallet Share Opportunity</a:t>
            </a:r>
          </a:p>
        </p:txBody>
      </p:sp>
      <p:sp>
        <p:nvSpPr>
          <p:cNvPr id="36" name="Text 31"/>
          <p:cNvSpPr txBox="1"/>
          <p:nvPr/>
        </p:nvSpPr>
        <p:spPr>
          <a:xfrm>
            <a:off x="8369503" y="3149549"/>
            <a:ext cx="354665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4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Engagement Behavior</a:t>
            </a:r>
          </a:p>
        </p:txBody>
      </p:sp>
      <p:sp>
        <p:nvSpPr>
          <p:cNvPr id="37" name="Text 32"/>
          <p:cNvSpPr txBox="1"/>
          <p:nvPr/>
        </p:nvSpPr>
        <p:spPr>
          <a:xfrm>
            <a:off x="8371048" y="3539185"/>
            <a:ext cx="2810519" cy="26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400" b="1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How They Interact With You</a:t>
            </a:r>
          </a:p>
        </p:txBody>
      </p:sp>
      <p:sp>
        <p:nvSpPr>
          <p:cNvPr id="38" name="Text 33"/>
          <p:cNvSpPr txBox="1"/>
          <p:nvPr/>
        </p:nvSpPr>
        <p:spPr>
          <a:xfrm>
            <a:off x="8369503" y="3803904"/>
            <a:ext cx="2810519" cy="15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Response Rate to Outreach</a:t>
            </a:r>
          </a:p>
          <a:p>
            <a:r>
              <a:rPr lang="en-US" dirty="0"/>
              <a:t>Meeting Frequency Preference</a:t>
            </a:r>
          </a:p>
          <a:p>
            <a:r>
              <a:rPr lang="en-US" dirty="0"/>
              <a:t>Digital Adoption &amp; Usage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63EF5F-6C57-FF76-5F66-30E29AE328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39" y="369717"/>
            <a:ext cx="571500" cy="1333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9"/>
          <p:cNvSpPr/>
          <p:nvPr/>
        </p:nvSpPr>
        <p:spPr>
          <a:xfrm>
            <a:off x="609905" y="4276649"/>
            <a:ext cx="5372100" cy="1819656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905" y="1943100"/>
            <a:ext cx="5372100" cy="2104949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62610" y="210479"/>
            <a:ext cx="6981444" cy="54406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Data → Conversations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09905" y="853633"/>
            <a:ext cx="865753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32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Every Client Meeting Is a Growth Trigger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09905" y="1349236"/>
            <a:ext cx="9493301" cy="346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Don't just meet to review past performance. Use data triggers to drive future value.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446FB79-D608-1FB3-DEC3-0F17CD4B7712}"/>
              </a:ext>
            </a:extLst>
          </p:cNvPr>
          <p:cNvGrpSpPr/>
          <p:nvPr/>
        </p:nvGrpSpPr>
        <p:grpSpPr>
          <a:xfrm>
            <a:off x="856521" y="2183277"/>
            <a:ext cx="1493769" cy="304805"/>
            <a:chOff x="847649" y="2169422"/>
            <a:chExt cx="1493769" cy="304805"/>
          </a:xfrm>
        </p:grpSpPr>
        <p:sp>
          <p:nvSpPr>
            <p:cNvPr id="13" name="Shape 11"/>
            <p:cNvSpPr/>
            <p:nvPr/>
          </p:nvSpPr>
          <p:spPr>
            <a:xfrm>
              <a:off x="847649" y="2169422"/>
              <a:ext cx="1493769" cy="304805"/>
            </a:xfrm>
            <a:prstGeom prst="roundRect">
              <a:avLst>
                <a:gd name="adj" fmla="val 66667"/>
              </a:avLst>
            </a:prstGeom>
            <a:solidFill>
              <a:schemeClr val="bg1">
                <a:lumMod val="85000"/>
                <a:alpha val="57000"/>
              </a:schemeClr>
            </a:solidFill>
            <a:ln/>
          </p:spPr>
          <p:txBody>
            <a:bodyPr/>
            <a:lstStyle/>
            <a:p>
              <a:endParaRPr lang="en-IN">
                <a:latin typeface="Ubuntu" panose="020B0504030602030204" pitchFamily="34" charset="0"/>
              </a:endParaRPr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rcRect l="-5288" r="-5288"/>
            <a:stretch/>
          </p:blipFill>
          <p:spPr>
            <a:xfrm>
              <a:off x="923543" y="2242714"/>
              <a:ext cx="179309" cy="162158"/>
            </a:xfrm>
            <a:prstGeom prst="rect">
              <a:avLst/>
            </a:prstGeom>
          </p:spPr>
        </p:pic>
        <p:sp>
          <p:nvSpPr>
            <p:cNvPr id="15" name="Text 12"/>
            <p:cNvSpPr txBox="1"/>
            <p:nvPr/>
          </p:nvSpPr>
          <p:spPr>
            <a:xfrm>
              <a:off x="1205040" y="2245773"/>
              <a:ext cx="1000354" cy="1452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chemeClr val="bg2">
                      <a:lumMod val="50000"/>
                    </a:schemeClr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Data Trigger</a:t>
              </a:r>
              <a:endParaRPr lang="en-US" sz="1200" dirty="0">
                <a:solidFill>
                  <a:schemeClr val="bg2">
                    <a:lumMod val="50000"/>
                  </a:schemeClr>
                </a:solidFill>
                <a:latin typeface="Ubuntu" panose="020B0504030602030204" pitchFamily="34" charset="0"/>
              </a:endParaRPr>
            </a:p>
          </p:txBody>
        </p:sp>
      </p:grpSp>
      <p:sp>
        <p:nvSpPr>
          <p:cNvPr id="16" name="Text 13"/>
          <p:cNvSpPr txBox="1"/>
          <p:nvPr/>
        </p:nvSpPr>
        <p:spPr>
          <a:xfrm>
            <a:off x="835762" y="2703881"/>
            <a:ext cx="1705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SIP Longevity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47648" y="3160165"/>
            <a:ext cx="2119579" cy="523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SIP running &gt; 3 years without increase</a:t>
            </a:r>
            <a:endParaRPr lang="en-US" sz="1200" dirty="0">
              <a:latin typeface="Ubuntu" panose="020B0504030602030204" pitchFamily="34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3105443" y="2672597"/>
            <a:ext cx="528384" cy="358558"/>
          </a:xfrm>
          <a:prstGeom prst="rect">
            <a:avLst/>
          </a:prstGeom>
          <a:noFill/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BE0266C-34DD-B5DD-BDC5-6227511F894C}"/>
              </a:ext>
            </a:extLst>
          </p:cNvPr>
          <p:cNvGrpSpPr/>
          <p:nvPr/>
        </p:nvGrpSpPr>
        <p:grpSpPr>
          <a:xfrm>
            <a:off x="4367733" y="2197132"/>
            <a:ext cx="1493769" cy="304805"/>
            <a:chOff x="2487056" y="2183277"/>
            <a:chExt cx="1493769" cy="304805"/>
          </a:xfrm>
        </p:grpSpPr>
        <p:sp>
          <p:nvSpPr>
            <p:cNvPr id="8" name="Shape 11">
              <a:extLst>
                <a:ext uri="{FF2B5EF4-FFF2-40B4-BE49-F238E27FC236}">
                  <a16:creationId xmlns:a16="http://schemas.microsoft.com/office/drawing/2014/main" id="{51212DC4-16A4-AF06-225C-9A7AB716FF2C}"/>
                </a:ext>
              </a:extLst>
            </p:cNvPr>
            <p:cNvSpPr/>
            <p:nvPr/>
          </p:nvSpPr>
          <p:spPr>
            <a:xfrm>
              <a:off x="2487056" y="2183277"/>
              <a:ext cx="1493769" cy="304805"/>
            </a:xfrm>
            <a:prstGeom prst="roundRect">
              <a:avLst>
                <a:gd name="adj" fmla="val 66667"/>
              </a:avLst>
            </a:prstGeom>
            <a:solidFill>
              <a:srgbClr val="F06156">
                <a:alpha val="20000"/>
              </a:srgbClr>
            </a:solidFill>
            <a:ln/>
          </p:spPr>
          <p:txBody>
            <a:bodyPr/>
            <a:lstStyle/>
            <a:p>
              <a:endParaRPr lang="en-IN">
                <a:latin typeface="Ubuntu" panose="020B0504030602030204" pitchFamily="34" charset="0"/>
              </a:endParaRPr>
            </a:p>
          </p:txBody>
        </p:sp>
        <p:sp>
          <p:nvSpPr>
            <p:cNvPr id="20" name="Text 16"/>
            <p:cNvSpPr txBox="1"/>
            <p:nvPr/>
          </p:nvSpPr>
          <p:spPr>
            <a:xfrm>
              <a:off x="2588763" y="2217142"/>
              <a:ext cx="1032358" cy="232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1200" b="1">
                  <a:solidFill>
                    <a:srgbClr val="6B7280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defRPr>
              </a:lvl1pPr>
            </a:lstStyle>
            <a:p>
              <a:r>
                <a:rPr lang="en-US" dirty="0">
                  <a:solidFill>
                    <a:srgbClr val="C00000"/>
                  </a:solidFill>
                </a:rPr>
                <a:t>Conversation</a:t>
              </a:r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rcRect l="-5288" r="-5288"/>
            <a:stretch/>
          </p:blipFill>
          <p:spPr>
            <a:xfrm>
              <a:off x="3648805" y="2242714"/>
              <a:ext cx="214715" cy="194178"/>
            </a:xfrm>
            <a:prstGeom prst="rect">
              <a:avLst/>
            </a:prstGeom>
          </p:spPr>
        </p:pic>
      </p:grpSp>
      <p:sp>
        <p:nvSpPr>
          <p:cNvPr id="22" name="Text 17"/>
          <p:cNvSpPr txBox="1"/>
          <p:nvPr/>
        </p:nvSpPr>
        <p:spPr>
          <a:xfrm>
            <a:off x="4716019" y="2675202"/>
            <a:ext cx="1105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Step-Up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3804819" y="3172865"/>
            <a:ext cx="204459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r"/>
            <a:r>
              <a:rPr lang="en-US" dirty="0"/>
              <a:t>Propose 10% annual increase to beat inflation</a:t>
            </a:r>
          </a:p>
        </p:txBody>
      </p:sp>
      <p:sp>
        <p:nvSpPr>
          <p:cNvPr id="24" name="Shape 19"/>
          <p:cNvSpPr/>
          <p:nvPr/>
        </p:nvSpPr>
        <p:spPr>
          <a:xfrm>
            <a:off x="6210605" y="1943100"/>
            <a:ext cx="5372100" cy="2104949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6448349" y="2646274"/>
            <a:ext cx="19216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Life Stage Change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6448350" y="3302813"/>
            <a:ext cx="18089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Marriage, Childbirth or New Job</a:t>
            </a:r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8642452" y="2754697"/>
            <a:ext cx="508406" cy="345508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rcRect l="-5288" r="-5288"/>
          <a:stretch/>
        </p:blipFill>
        <p:spPr>
          <a:xfrm>
            <a:off x="11134649" y="2244368"/>
            <a:ext cx="218515" cy="19761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805111" y="2788920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Goal Planning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9267444" y="3160165"/>
            <a:ext cx="2181758" cy="562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Map new investments to specific future goals</a:t>
            </a:r>
          </a:p>
        </p:txBody>
      </p:sp>
      <p:sp>
        <p:nvSpPr>
          <p:cNvPr id="42" name="Text 33"/>
          <p:cNvSpPr txBox="1"/>
          <p:nvPr/>
        </p:nvSpPr>
        <p:spPr>
          <a:xfrm>
            <a:off x="847649" y="4979822"/>
            <a:ext cx="1666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Portfolio Drift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43" name="Text 34"/>
          <p:cNvSpPr txBox="1"/>
          <p:nvPr/>
        </p:nvSpPr>
        <p:spPr>
          <a:xfrm>
            <a:off x="847648" y="5351068"/>
            <a:ext cx="1857451" cy="490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Asset allocation deviated significantly</a:t>
            </a:r>
          </a:p>
        </p:txBody>
      </p:sp>
      <p:sp>
        <p:nvSpPr>
          <p:cNvPr id="48" name="Text 37"/>
          <p:cNvSpPr txBox="1"/>
          <p:nvPr/>
        </p:nvSpPr>
        <p:spPr>
          <a:xfrm>
            <a:off x="4272534" y="4979822"/>
            <a:ext cx="1562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Rebalancing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3804819" y="5351069"/>
            <a:ext cx="2043683" cy="49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Restore target allocation to manage risk</a:t>
            </a:r>
          </a:p>
        </p:txBody>
      </p:sp>
      <p:sp>
        <p:nvSpPr>
          <p:cNvPr id="50" name="Shape 39"/>
          <p:cNvSpPr/>
          <p:nvPr/>
        </p:nvSpPr>
        <p:spPr>
          <a:xfrm>
            <a:off x="6210605" y="4276649"/>
            <a:ext cx="5372100" cy="1819656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55" name="Text 43"/>
          <p:cNvSpPr txBox="1"/>
          <p:nvPr/>
        </p:nvSpPr>
        <p:spPr>
          <a:xfrm>
            <a:off x="6396441" y="4972405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Loyal Client</a:t>
            </a:r>
          </a:p>
        </p:txBody>
      </p:sp>
      <p:sp>
        <p:nvSpPr>
          <p:cNvPr id="56" name="Text 44"/>
          <p:cNvSpPr txBox="1"/>
          <p:nvPr/>
        </p:nvSpPr>
        <p:spPr>
          <a:xfrm>
            <a:off x="6396442" y="5319379"/>
            <a:ext cx="2043258" cy="55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High satisfaction &amp; &gt;5 years tenure</a:t>
            </a:r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7"/>
          <a:srcRect l="-6154" r="-6154"/>
          <a:stretch/>
        </p:blipFill>
        <p:spPr>
          <a:xfrm>
            <a:off x="11120778" y="4602267"/>
            <a:ext cx="228492" cy="162763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10242116" y="4984190"/>
            <a:ext cx="11914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Referrals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62" name="Text 48"/>
          <p:cNvSpPr txBox="1"/>
          <p:nvPr/>
        </p:nvSpPr>
        <p:spPr>
          <a:xfrm>
            <a:off x="9702799" y="5319165"/>
            <a:ext cx="1730779" cy="55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Proactively request introductions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F7EDC-69BC-4BEC-86BD-41AC92B93B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39" y="369717"/>
            <a:ext cx="571500" cy="133351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6B046DE0-146D-DBCA-763A-9DDA66D3F05B}"/>
              </a:ext>
            </a:extLst>
          </p:cNvPr>
          <p:cNvGrpSpPr/>
          <p:nvPr/>
        </p:nvGrpSpPr>
        <p:grpSpPr>
          <a:xfrm>
            <a:off x="6396441" y="2194722"/>
            <a:ext cx="1493769" cy="304805"/>
            <a:chOff x="7667244" y="2208206"/>
            <a:chExt cx="1493769" cy="30480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38F4DEE-814C-AC20-17C3-0F18DC271643}"/>
                </a:ext>
              </a:extLst>
            </p:cNvPr>
            <p:cNvGrpSpPr/>
            <p:nvPr/>
          </p:nvGrpSpPr>
          <p:grpSpPr>
            <a:xfrm>
              <a:off x="7667244" y="2208206"/>
              <a:ext cx="1493769" cy="304805"/>
              <a:chOff x="847649" y="2169422"/>
              <a:chExt cx="1493769" cy="304805"/>
            </a:xfrm>
          </p:grpSpPr>
          <p:sp>
            <p:nvSpPr>
              <p:cNvPr id="65" name="Shape 11">
                <a:extLst>
                  <a:ext uri="{FF2B5EF4-FFF2-40B4-BE49-F238E27FC236}">
                    <a16:creationId xmlns:a16="http://schemas.microsoft.com/office/drawing/2014/main" id="{B8A2C7C1-4028-BA51-A46E-6A485E89A292}"/>
                  </a:ext>
                </a:extLst>
              </p:cNvPr>
              <p:cNvSpPr/>
              <p:nvPr/>
            </p:nvSpPr>
            <p:spPr>
              <a:xfrm>
                <a:off x="847649" y="2169422"/>
                <a:ext cx="1493769" cy="304805"/>
              </a:xfrm>
              <a:prstGeom prst="roundRect">
                <a:avLst>
                  <a:gd name="adj" fmla="val 66667"/>
                </a:avLst>
              </a:prstGeom>
              <a:solidFill>
                <a:schemeClr val="bg1">
                  <a:lumMod val="85000"/>
                  <a:alpha val="57000"/>
                </a:schemeClr>
              </a:solidFill>
              <a:ln/>
            </p:spPr>
            <p:txBody>
              <a:bodyPr/>
              <a:lstStyle/>
              <a:p>
                <a:endParaRPr lang="en-IN">
                  <a:latin typeface="Ubuntu" panose="020B0504030602030204" pitchFamily="34" charset="0"/>
                </a:endParaRPr>
              </a:p>
            </p:txBody>
          </p:sp>
          <p:sp>
            <p:nvSpPr>
              <p:cNvPr id="67" name="Text 12">
                <a:extLst>
                  <a:ext uri="{FF2B5EF4-FFF2-40B4-BE49-F238E27FC236}">
                    <a16:creationId xmlns:a16="http://schemas.microsoft.com/office/drawing/2014/main" id="{0A13638B-A7E3-5B82-5D0B-2C6000E26E91}"/>
                  </a:ext>
                </a:extLst>
              </p:cNvPr>
              <p:cNvSpPr txBox="1"/>
              <p:nvPr/>
            </p:nvSpPr>
            <p:spPr>
              <a:xfrm>
                <a:off x="1205040" y="2245773"/>
                <a:ext cx="1000354" cy="1452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chemeClr val="bg2">
                        <a:lumMod val="50000"/>
                      </a:schemeClr>
                    </a:solidFill>
                    <a:latin typeface="Ubuntu" panose="020B0504030602030204" pitchFamily="34" charset="0"/>
                    <a:ea typeface="Inter" pitchFamily="34" charset="-122"/>
                    <a:cs typeface="Inter" pitchFamily="34" charset="-120"/>
                  </a:rPr>
                  <a:t>Data Trigger</a:t>
                </a:r>
                <a:endParaRPr lang="en-US" sz="1200" dirty="0">
                  <a:solidFill>
                    <a:schemeClr val="bg2">
                      <a:lumMod val="50000"/>
                    </a:schemeClr>
                  </a:solidFill>
                  <a:latin typeface="Ubuntu" panose="020B0504030602030204" pitchFamily="34" charset="0"/>
                </a:endParaRPr>
              </a:p>
            </p:txBody>
          </p:sp>
        </p:grpSp>
        <p:pic>
          <p:nvPicPr>
            <p:cNvPr id="68" name="Image 3" descr="preencoded.png">
              <a:extLst>
                <a:ext uri="{FF2B5EF4-FFF2-40B4-BE49-F238E27FC236}">
                  <a16:creationId xmlns:a16="http://schemas.microsoft.com/office/drawing/2014/main" id="{FF4A1148-5114-9D66-9F07-8BB8F9C33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-5288" r="-5288"/>
            <a:stretch/>
          </p:blipFill>
          <p:spPr>
            <a:xfrm>
              <a:off x="7757994" y="2279225"/>
              <a:ext cx="215993" cy="195334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D3D769C-AFC6-3613-9E02-A28E78B6BAFD}"/>
              </a:ext>
            </a:extLst>
          </p:cNvPr>
          <p:cNvGrpSpPr/>
          <p:nvPr/>
        </p:nvGrpSpPr>
        <p:grpSpPr>
          <a:xfrm>
            <a:off x="9964762" y="2183277"/>
            <a:ext cx="1493769" cy="304805"/>
            <a:chOff x="2487056" y="2183277"/>
            <a:chExt cx="1493769" cy="304805"/>
          </a:xfrm>
        </p:grpSpPr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3140F6D0-A490-447A-5C19-282DEA2C629A}"/>
                </a:ext>
              </a:extLst>
            </p:cNvPr>
            <p:cNvSpPr/>
            <p:nvPr/>
          </p:nvSpPr>
          <p:spPr>
            <a:xfrm>
              <a:off x="2487056" y="2183277"/>
              <a:ext cx="1493769" cy="304805"/>
            </a:xfrm>
            <a:prstGeom prst="roundRect">
              <a:avLst>
                <a:gd name="adj" fmla="val 66667"/>
              </a:avLst>
            </a:prstGeom>
            <a:solidFill>
              <a:srgbClr val="F06156">
                <a:alpha val="20000"/>
              </a:srgbClr>
            </a:solidFill>
            <a:ln/>
          </p:spPr>
          <p:txBody>
            <a:bodyPr/>
            <a:lstStyle/>
            <a:p>
              <a:endParaRPr lang="en-IN">
                <a:latin typeface="Ubuntu" panose="020B0504030602030204" pitchFamily="34" charset="0"/>
              </a:endParaRPr>
            </a:p>
          </p:txBody>
        </p:sp>
        <p:sp>
          <p:nvSpPr>
            <p:cNvPr id="72" name="Text 16">
              <a:extLst>
                <a:ext uri="{FF2B5EF4-FFF2-40B4-BE49-F238E27FC236}">
                  <a16:creationId xmlns:a16="http://schemas.microsoft.com/office/drawing/2014/main" id="{BCF34AC0-C87A-860D-D684-66D976FD1E6D}"/>
                </a:ext>
              </a:extLst>
            </p:cNvPr>
            <p:cNvSpPr txBox="1"/>
            <p:nvPr/>
          </p:nvSpPr>
          <p:spPr>
            <a:xfrm>
              <a:off x="2588763" y="2217142"/>
              <a:ext cx="1032358" cy="232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1200" b="1">
                  <a:solidFill>
                    <a:srgbClr val="6B7280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defRPr>
              </a:lvl1pPr>
            </a:lstStyle>
            <a:p>
              <a:r>
                <a:rPr lang="en-US" dirty="0">
                  <a:solidFill>
                    <a:srgbClr val="C00000"/>
                  </a:solidFill>
                </a:rPr>
                <a:t>Conversation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C4130B9-0508-C881-E15C-B5EAA0264321}"/>
              </a:ext>
            </a:extLst>
          </p:cNvPr>
          <p:cNvGrpSpPr/>
          <p:nvPr/>
        </p:nvGrpSpPr>
        <p:grpSpPr>
          <a:xfrm>
            <a:off x="856521" y="4516826"/>
            <a:ext cx="1493769" cy="304805"/>
            <a:chOff x="856521" y="4516826"/>
            <a:chExt cx="1493769" cy="304805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EFDD7F2-5FAF-31F3-30EC-0ED11E2A65A7}"/>
                </a:ext>
              </a:extLst>
            </p:cNvPr>
            <p:cNvGrpSpPr/>
            <p:nvPr/>
          </p:nvGrpSpPr>
          <p:grpSpPr>
            <a:xfrm>
              <a:off x="856521" y="4516826"/>
              <a:ext cx="1493769" cy="304805"/>
              <a:chOff x="847649" y="2169422"/>
              <a:chExt cx="1493769" cy="304805"/>
            </a:xfrm>
          </p:grpSpPr>
          <p:sp>
            <p:nvSpPr>
              <p:cNvPr id="79" name="Shape 11">
                <a:extLst>
                  <a:ext uri="{FF2B5EF4-FFF2-40B4-BE49-F238E27FC236}">
                    <a16:creationId xmlns:a16="http://schemas.microsoft.com/office/drawing/2014/main" id="{B29D10E4-1324-DDCE-D376-1B85544433C6}"/>
                  </a:ext>
                </a:extLst>
              </p:cNvPr>
              <p:cNvSpPr/>
              <p:nvPr/>
            </p:nvSpPr>
            <p:spPr>
              <a:xfrm>
                <a:off x="847649" y="2169422"/>
                <a:ext cx="1493769" cy="304805"/>
              </a:xfrm>
              <a:prstGeom prst="roundRect">
                <a:avLst>
                  <a:gd name="adj" fmla="val 66667"/>
                </a:avLst>
              </a:prstGeom>
              <a:solidFill>
                <a:schemeClr val="bg1">
                  <a:lumMod val="85000"/>
                  <a:alpha val="57000"/>
                </a:schemeClr>
              </a:solidFill>
              <a:ln/>
            </p:spPr>
            <p:txBody>
              <a:bodyPr/>
              <a:lstStyle/>
              <a:p>
                <a:endParaRPr lang="en-IN">
                  <a:latin typeface="Ubuntu" panose="020B0504030602030204" pitchFamily="34" charset="0"/>
                </a:endParaRPr>
              </a:p>
            </p:txBody>
          </p:sp>
          <p:sp>
            <p:nvSpPr>
              <p:cNvPr id="81" name="Text 12">
                <a:extLst>
                  <a:ext uri="{FF2B5EF4-FFF2-40B4-BE49-F238E27FC236}">
                    <a16:creationId xmlns:a16="http://schemas.microsoft.com/office/drawing/2014/main" id="{33097C56-194B-B933-14C1-2602BA4B4E1F}"/>
                  </a:ext>
                </a:extLst>
              </p:cNvPr>
              <p:cNvSpPr txBox="1"/>
              <p:nvPr/>
            </p:nvSpPr>
            <p:spPr>
              <a:xfrm>
                <a:off x="1205040" y="2245773"/>
                <a:ext cx="1000354" cy="1452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chemeClr val="bg2">
                        <a:lumMod val="50000"/>
                      </a:schemeClr>
                    </a:solidFill>
                    <a:latin typeface="Ubuntu" panose="020B0504030602030204" pitchFamily="34" charset="0"/>
                    <a:ea typeface="Inter" pitchFamily="34" charset="-122"/>
                    <a:cs typeface="Inter" pitchFamily="34" charset="-120"/>
                  </a:rPr>
                  <a:t>Data Trigger</a:t>
                </a:r>
                <a:endParaRPr lang="en-US" sz="1200" dirty="0">
                  <a:solidFill>
                    <a:schemeClr val="bg2">
                      <a:lumMod val="50000"/>
                    </a:schemeClr>
                  </a:solidFill>
                  <a:latin typeface="Ubuntu" panose="020B0504030602030204" pitchFamily="34" charset="0"/>
                </a:endParaRPr>
              </a:p>
            </p:txBody>
          </p:sp>
        </p:grpSp>
        <p:pic>
          <p:nvPicPr>
            <p:cNvPr id="40" name="Image 6" descr="preencoded.png"/>
            <p:cNvPicPr>
              <a:picLocks noChangeAspect="1"/>
            </p:cNvPicPr>
            <p:nvPr/>
          </p:nvPicPr>
          <p:blipFill>
            <a:blip r:embed="rId10"/>
            <a:srcRect l="-7692" r="-7692"/>
            <a:stretch/>
          </p:blipFill>
          <p:spPr>
            <a:xfrm>
              <a:off x="886848" y="4567532"/>
              <a:ext cx="267678" cy="206212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3CC617E-3765-F1AA-BF22-727DC4D597D0}"/>
              </a:ext>
            </a:extLst>
          </p:cNvPr>
          <p:cNvGrpSpPr/>
          <p:nvPr/>
        </p:nvGrpSpPr>
        <p:grpSpPr>
          <a:xfrm>
            <a:off x="4367733" y="4519025"/>
            <a:ext cx="1493769" cy="304805"/>
            <a:chOff x="2487056" y="2183277"/>
            <a:chExt cx="1493769" cy="304805"/>
          </a:xfrm>
        </p:grpSpPr>
        <p:sp>
          <p:nvSpPr>
            <p:cNvPr id="84" name="Shape 11">
              <a:extLst>
                <a:ext uri="{FF2B5EF4-FFF2-40B4-BE49-F238E27FC236}">
                  <a16:creationId xmlns:a16="http://schemas.microsoft.com/office/drawing/2014/main" id="{5E649D5E-C615-88E1-33AF-BF48FA47B6FC}"/>
                </a:ext>
              </a:extLst>
            </p:cNvPr>
            <p:cNvSpPr/>
            <p:nvPr/>
          </p:nvSpPr>
          <p:spPr>
            <a:xfrm>
              <a:off x="2487056" y="2183277"/>
              <a:ext cx="1493769" cy="304805"/>
            </a:xfrm>
            <a:prstGeom prst="roundRect">
              <a:avLst>
                <a:gd name="adj" fmla="val 66667"/>
              </a:avLst>
            </a:prstGeom>
            <a:solidFill>
              <a:srgbClr val="F06156">
                <a:alpha val="20000"/>
              </a:srgbClr>
            </a:solidFill>
            <a:ln/>
          </p:spPr>
          <p:txBody>
            <a:bodyPr/>
            <a:lstStyle/>
            <a:p>
              <a:endParaRPr lang="en-IN">
                <a:latin typeface="Ubuntu" panose="020B0504030602030204" pitchFamily="34" charset="0"/>
              </a:endParaRPr>
            </a:p>
          </p:txBody>
        </p:sp>
        <p:sp>
          <p:nvSpPr>
            <p:cNvPr id="85" name="Text 16">
              <a:extLst>
                <a:ext uri="{FF2B5EF4-FFF2-40B4-BE49-F238E27FC236}">
                  <a16:creationId xmlns:a16="http://schemas.microsoft.com/office/drawing/2014/main" id="{4C5242A9-6A93-6526-06C8-6E66799274BA}"/>
                </a:ext>
              </a:extLst>
            </p:cNvPr>
            <p:cNvSpPr txBox="1"/>
            <p:nvPr/>
          </p:nvSpPr>
          <p:spPr>
            <a:xfrm>
              <a:off x="2588763" y="2217142"/>
              <a:ext cx="1032358" cy="232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1200" b="1">
                  <a:solidFill>
                    <a:srgbClr val="6B7280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defRPr>
              </a:lvl1pPr>
            </a:lstStyle>
            <a:p>
              <a:r>
                <a:rPr lang="en-US" dirty="0">
                  <a:solidFill>
                    <a:srgbClr val="C00000"/>
                  </a:solidFill>
                </a:rPr>
                <a:t>Conversation</a:t>
              </a:r>
            </a:p>
          </p:txBody>
        </p:sp>
      </p:grp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 l="-6154" r="-6154"/>
          <a:stretch/>
        </p:blipFill>
        <p:spPr>
          <a:xfrm>
            <a:off x="5492743" y="4573776"/>
            <a:ext cx="288192" cy="205289"/>
          </a:xfrm>
          <a:prstGeom prst="rect">
            <a:avLst/>
          </a:prstGeom>
        </p:spPr>
      </p:pic>
      <p:pic>
        <p:nvPicPr>
          <p:cNvPr id="87" name="Image 1" descr="preencoded.png">
            <a:extLst>
              <a:ext uri="{FF2B5EF4-FFF2-40B4-BE49-F238E27FC236}">
                <a16:creationId xmlns:a16="http://schemas.microsoft.com/office/drawing/2014/main" id="{199E72BC-327E-4FA5-E063-85495B105B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3049226" y="4963554"/>
            <a:ext cx="528384" cy="358558"/>
          </a:xfrm>
          <a:prstGeom prst="rect">
            <a:avLst/>
          </a:prstGeom>
          <a:noFill/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04F0C6C3-864D-ACFE-3B2E-A01A2DA7F3E0}"/>
              </a:ext>
            </a:extLst>
          </p:cNvPr>
          <p:cNvGrpSpPr/>
          <p:nvPr/>
        </p:nvGrpSpPr>
        <p:grpSpPr>
          <a:xfrm>
            <a:off x="6396441" y="4519025"/>
            <a:ext cx="1493769" cy="304805"/>
            <a:chOff x="847649" y="2169422"/>
            <a:chExt cx="1493769" cy="304805"/>
          </a:xfrm>
        </p:grpSpPr>
        <p:sp>
          <p:nvSpPr>
            <p:cNvPr id="91" name="Shape 11">
              <a:extLst>
                <a:ext uri="{FF2B5EF4-FFF2-40B4-BE49-F238E27FC236}">
                  <a16:creationId xmlns:a16="http://schemas.microsoft.com/office/drawing/2014/main" id="{AB208FD3-8590-974A-697A-ADD4D8ECB236}"/>
                </a:ext>
              </a:extLst>
            </p:cNvPr>
            <p:cNvSpPr/>
            <p:nvPr/>
          </p:nvSpPr>
          <p:spPr>
            <a:xfrm>
              <a:off x="847649" y="2169422"/>
              <a:ext cx="1493769" cy="304805"/>
            </a:xfrm>
            <a:prstGeom prst="roundRect">
              <a:avLst>
                <a:gd name="adj" fmla="val 66667"/>
              </a:avLst>
            </a:prstGeom>
            <a:solidFill>
              <a:schemeClr val="bg1">
                <a:lumMod val="85000"/>
                <a:alpha val="57000"/>
              </a:schemeClr>
            </a:solidFill>
            <a:ln/>
          </p:spPr>
          <p:txBody>
            <a:bodyPr/>
            <a:lstStyle/>
            <a:p>
              <a:endParaRPr lang="en-IN">
                <a:latin typeface="Ubuntu" panose="020B0504030602030204" pitchFamily="34" charset="0"/>
              </a:endParaRPr>
            </a:p>
          </p:txBody>
        </p:sp>
        <p:sp>
          <p:nvSpPr>
            <p:cNvPr id="92" name="Text 12">
              <a:extLst>
                <a:ext uri="{FF2B5EF4-FFF2-40B4-BE49-F238E27FC236}">
                  <a16:creationId xmlns:a16="http://schemas.microsoft.com/office/drawing/2014/main" id="{73288444-1371-992A-DE36-B2368A2C1224}"/>
                </a:ext>
              </a:extLst>
            </p:cNvPr>
            <p:cNvSpPr txBox="1"/>
            <p:nvPr/>
          </p:nvSpPr>
          <p:spPr>
            <a:xfrm>
              <a:off x="1205040" y="2245773"/>
              <a:ext cx="1000354" cy="1452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chemeClr val="bg2">
                      <a:lumMod val="50000"/>
                    </a:schemeClr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rPr>
                <a:t>Data Trigger</a:t>
              </a:r>
              <a:endParaRPr lang="en-US" sz="1200" dirty="0">
                <a:solidFill>
                  <a:schemeClr val="bg2">
                    <a:lumMod val="50000"/>
                  </a:schemeClr>
                </a:solidFill>
                <a:latin typeface="Ubuntu" panose="020B0504030602030204" pitchFamily="34" charset="0"/>
              </a:endParaRPr>
            </a:p>
          </p:txBody>
        </p:sp>
      </p:grp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/>
          <a:srcRect l="-6154" r="-6154"/>
          <a:stretch/>
        </p:blipFill>
        <p:spPr>
          <a:xfrm>
            <a:off x="6435649" y="4576156"/>
            <a:ext cx="312419" cy="222547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FE384ECC-25C4-0A3A-8F3A-EA7C6F8CA667}"/>
              </a:ext>
            </a:extLst>
          </p:cNvPr>
          <p:cNvGrpSpPr/>
          <p:nvPr/>
        </p:nvGrpSpPr>
        <p:grpSpPr>
          <a:xfrm>
            <a:off x="9964762" y="4519025"/>
            <a:ext cx="1493769" cy="304805"/>
            <a:chOff x="2487056" y="2183277"/>
            <a:chExt cx="1493769" cy="304805"/>
          </a:xfrm>
        </p:grpSpPr>
        <p:sp>
          <p:nvSpPr>
            <p:cNvPr id="94" name="Shape 11">
              <a:extLst>
                <a:ext uri="{FF2B5EF4-FFF2-40B4-BE49-F238E27FC236}">
                  <a16:creationId xmlns:a16="http://schemas.microsoft.com/office/drawing/2014/main" id="{395D31B8-54E1-4548-F614-B2A203A0ED29}"/>
                </a:ext>
              </a:extLst>
            </p:cNvPr>
            <p:cNvSpPr/>
            <p:nvPr/>
          </p:nvSpPr>
          <p:spPr>
            <a:xfrm>
              <a:off x="2487056" y="2183277"/>
              <a:ext cx="1493769" cy="304805"/>
            </a:xfrm>
            <a:prstGeom prst="roundRect">
              <a:avLst>
                <a:gd name="adj" fmla="val 66667"/>
              </a:avLst>
            </a:prstGeom>
            <a:solidFill>
              <a:srgbClr val="F06156">
                <a:alpha val="20000"/>
              </a:srgbClr>
            </a:solidFill>
            <a:ln/>
          </p:spPr>
          <p:txBody>
            <a:bodyPr/>
            <a:lstStyle/>
            <a:p>
              <a:endParaRPr lang="en-IN">
                <a:latin typeface="Ubuntu" panose="020B0504030602030204" pitchFamily="34" charset="0"/>
              </a:endParaRPr>
            </a:p>
          </p:txBody>
        </p:sp>
        <p:sp>
          <p:nvSpPr>
            <p:cNvPr id="95" name="Text 16">
              <a:extLst>
                <a:ext uri="{FF2B5EF4-FFF2-40B4-BE49-F238E27FC236}">
                  <a16:creationId xmlns:a16="http://schemas.microsoft.com/office/drawing/2014/main" id="{8B790A29-62D4-CC05-3C02-BACFA33B9FAE}"/>
                </a:ext>
              </a:extLst>
            </p:cNvPr>
            <p:cNvSpPr txBox="1"/>
            <p:nvPr/>
          </p:nvSpPr>
          <p:spPr>
            <a:xfrm>
              <a:off x="2588763" y="2217142"/>
              <a:ext cx="1032358" cy="232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1200" b="1">
                  <a:solidFill>
                    <a:srgbClr val="6B7280"/>
                  </a:solidFill>
                  <a:latin typeface="Ubuntu" panose="020B0504030602030204" pitchFamily="34" charset="0"/>
                  <a:ea typeface="Inter" pitchFamily="34" charset="-122"/>
                  <a:cs typeface="Inter" pitchFamily="34" charset="-120"/>
                </a:defRPr>
              </a:lvl1pPr>
            </a:lstStyle>
            <a:p>
              <a:r>
                <a:rPr lang="en-US" dirty="0">
                  <a:solidFill>
                    <a:srgbClr val="C00000"/>
                  </a:solidFill>
                </a:rPr>
                <a:t>Conversation</a:t>
              </a:r>
            </a:p>
          </p:txBody>
        </p:sp>
      </p:grpSp>
      <p:pic>
        <p:nvPicPr>
          <p:cNvPr id="96" name="Image 4" descr="preencoded.png">
            <a:extLst>
              <a:ext uri="{FF2B5EF4-FFF2-40B4-BE49-F238E27FC236}">
                <a16:creationId xmlns:a16="http://schemas.microsoft.com/office/drawing/2014/main" id="{E0FCC2CD-7B5A-F013-B515-173E3D3D71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8642452" y="4985307"/>
            <a:ext cx="508406" cy="3455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6"/>
          <p:cNvSpPr/>
          <p:nvPr/>
        </p:nvSpPr>
        <p:spPr>
          <a:xfrm>
            <a:off x="609905" y="4213555"/>
            <a:ext cx="5020056" cy="1248156"/>
          </a:xfrm>
          <a:prstGeom prst="roundRect">
            <a:avLst>
              <a:gd name="adj" fmla="val 6711"/>
            </a:avLst>
          </a:prstGeom>
          <a:solidFill>
            <a:schemeClr val="bg1">
              <a:lumMod val="75000"/>
              <a:alpha val="25000"/>
            </a:schemeClr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3408" y="2772918"/>
            <a:ext cx="5020056" cy="1248156"/>
          </a:xfrm>
          <a:prstGeom prst="roundRect">
            <a:avLst>
              <a:gd name="adj" fmla="val 6711"/>
            </a:avLst>
          </a:prstGeom>
          <a:solidFill>
            <a:schemeClr val="bg1">
              <a:lumMod val="75000"/>
              <a:alpha val="25000"/>
            </a:schemeClr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24205" y="164593"/>
            <a:ext cx="6413195" cy="5577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Relevance Over Selling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75343" y="876453"/>
            <a:ext cx="89834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32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Data Helps You Sound Relevant - Not Pushy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75343" y="1378457"/>
            <a:ext cx="65274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Trust is built by remembering details, not by pushing products.</a:t>
            </a:r>
          </a:p>
        </p:txBody>
      </p:sp>
      <p:sp>
        <p:nvSpPr>
          <p:cNvPr id="11" name="Shape 9"/>
          <p:cNvSpPr/>
          <p:nvPr/>
        </p:nvSpPr>
        <p:spPr>
          <a:xfrm>
            <a:off x="6049061" y="2047566"/>
            <a:ext cx="78638" cy="411193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049" y="205447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69264" y="1988362"/>
            <a:ext cx="2149348" cy="31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CA3AF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Generic Advice</a:t>
            </a:r>
            <a:endParaRPr lang="en-US" sz="2000" dirty="0">
              <a:latin typeface="Ubuntu" panose="020B0504030602030204" pitchFamily="3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47649" y="2863696"/>
            <a:ext cx="3174797" cy="492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i="1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"Any investments this month?"</a:t>
            </a:r>
          </a:p>
        </p:txBody>
      </p:sp>
      <p:sp>
        <p:nvSpPr>
          <p:cNvPr id="16" name="Text 13"/>
          <p:cNvSpPr txBox="1"/>
          <p:nvPr/>
        </p:nvSpPr>
        <p:spPr>
          <a:xfrm>
            <a:off x="923849" y="3469234"/>
            <a:ext cx="1441260" cy="30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Standard Follow-up</a:t>
            </a:r>
            <a:endParaRPr lang="en-US" sz="1200" b="1" dirty="0">
              <a:latin typeface="Ubuntu" panose="020B0504030602030204" pitchFamily="34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71755" y="4288739"/>
            <a:ext cx="4753050" cy="477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i="1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"Markets look good, shall we add some funds?"</a:t>
            </a:r>
          </a:p>
        </p:txBody>
      </p:sp>
      <p:sp>
        <p:nvSpPr>
          <p:cNvPr id="21" name="Text 18"/>
          <p:cNvSpPr txBox="1"/>
          <p:nvPr/>
        </p:nvSpPr>
        <p:spPr>
          <a:xfrm>
            <a:off x="847649" y="4939589"/>
            <a:ext cx="1426464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200" b="1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Vague Market Talk</a:t>
            </a:r>
          </a:p>
        </p:txBody>
      </p:sp>
      <p:sp>
        <p:nvSpPr>
          <p:cNvPr id="22" name="Shape 19"/>
          <p:cNvSpPr/>
          <p:nvPr/>
        </p:nvSpPr>
        <p:spPr>
          <a:xfrm>
            <a:off x="4320135" y="4909414"/>
            <a:ext cx="1182116" cy="314554"/>
          </a:xfrm>
          <a:prstGeom prst="roundRect">
            <a:avLst>
              <a:gd name="adj" fmla="val 17618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4473245" y="4953406"/>
            <a:ext cx="881685" cy="24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000" b="1">
                <a:solidFill>
                  <a:srgbClr val="6B7280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1200" dirty="0"/>
              <a:t>Sales Pitch</a:t>
            </a:r>
          </a:p>
        </p:txBody>
      </p:sp>
      <p:sp>
        <p:nvSpPr>
          <p:cNvPr id="24" name="Text 21"/>
          <p:cNvSpPr txBox="1"/>
          <p:nvPr/>
        </p:nvSpPr>
        <p:spPr>
          <a:xfrm>
            <a:off x="1926640" y="5770348"/>
            <a:ext cx="2383943" cy="23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Result: Client feels sold to.</a:t>
            </a:r>
            <a:endParaRPr lang="en-US" sz="1600" b="1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04610" y="2091232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959958" y="2047567"/>
            <a:ext cx="2762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Data-Led Conversation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6553504" y="2772917"/>
            <a:ext cx="5193995" cy="1217523"/>
          </a:xfrm>
          <a:prstGeom prst="roundRect">
            <a:avLst>
              <a:gd name="adj" fmla="val 4557"/>
            </a:avLst>
          </a:prstGeom>
          <a:solidFill>
            <a:srgbClr val="FEF2F2"/>
          </a:solidFill>
          <a:ln w="12700">
            <a:solidFill>
              <a:srgbClr val="C00000"/>
            </a:solidFill>
            <a:prstDash val="solid"/>
          </a:ln>
          <a:effectLst>
            <a:outerShdw blurRad="63500" dist="38100" dir="5400000" algn="bl" rotWithShape="0">
              <a:srgbClr val="D32F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 txBox="1"/>
          <p:nvPr/>
        </p:nvSpPr>
        <p:spPr>
          <a:xfrm>
            <a:off x="6629705" y="2863697"/>
            <a:ext cx="50826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i="1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"Your SIP is 36 months old; shall we step-up 10%?"</a:t>
            </a:r>
          </a:p>
        </p:txBody>
      </p:sp>
      <p:sp>
        <p:nvSpPr>
          <p:cNvPr id="29" name="Text 25"/>
          <p:cNvSpPr txBox="1"/>
          <p:nvPr/>
        </p:nvSpPr>
        <p:spPr>
          <a:xfrm>
            <a:off x="6791249" y="3440685"/>
            <a:ext cx="136977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200" b="1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Precise Context</a:t>
            </a:r>
          </a:p>
        </p:txBody>
      </p:sp>
      <p:sp>
        <p:nvSpPr>
          <p:cNvPr id="30" name="Shape 26"/>
          <p:cNvSpPr/>
          <p:nvPr/>
        </p:nvSpPr>
        <p:spPr>
          <a:xfrm>
            <a:off x="10445190" y="3474517"/>
            <a:ext cx="1123401" cy="314554"/>
          </a:xfrm>
          <a:prstGeom prst="roundRect">
            <a:avLst>
              <a:gd name="adj" fmla="val 176180"/>
            </a:avLst>
          </a:prstGeom>
          <a:solidFill>
            <a:srgbClr val="D32F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 txBox="1"/>
          <p:nvPr/>
        </p:nvSpPr>
        <p:spPr>
          <a:xfrm>
            <a:off x="10506455" y="3531667"/>
            <a:ext cx="1062135" cy="187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553504" y="4213555"/>
            <a:ext cx="5193995" cy="1248156"/>
          </a:xfrm>
          <a:prstGeom prst="roundRect">
            <a:avLst>
              <a:gd name="adj" fmla="val 4557"/>
            </a:avLst>
          </a:prstGeom>
          <a:solidFill>
            <a:srgbClr val="FEF2F2"/>
          </a:solidFill>
          <a:ln w="12700">
            <a:solidFill>
              <a:srgbClr val="C00000"/>
            </a:solidFill>
            <a:prstDash val="solid"/>
          </a:ln>
          <a:effectLst>
            <a:outerShdw blurRad="63500" dist="38100" dir="5400000" algn="bl" rotWithShape="0">
              <a:srgbClr val="D32F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 txBox="1"/>
          <p:nvPr/>
        </p:nvSpPr>
        <p:spPr>
          <a:xfrm>
            <a:off x="6782105" y="4471416"/>
            <a:ext cx="49302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i="1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"Your equity is 72% vs target 60%; let’s rebalance."</a:t>
            </a:r>
          </a:p>
        </p:txBody>
      </p:sp>
      <p:sp>
        <p:nvSpPr>
          <p:cNvPr id="34" name="Text 30"/>
          <p:cNvSpPr txBox="1"/>
          <p:nvPr/>
        </p:nvSpPr>
        <p:spPr>
          <a:xfrm>
            <a:off x="6782105" y="5066691"/>
            <a:ext cx="1559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200" b="1">
                <a:solidFill>
                  <a:srgbClr val="C00000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Risk Management</a:t>
            </a:r>
          </a:p>
        </p:txBody>
      </p:sp>
      <p:sp>
        <p:nvSpPr>
          <p:cNvPr id="35" name="Shape 31"/>
          <p:cNvSpPr/>
          <p:nvPr/>
        </p:nvSpPr>
        <p:spPr>
          <a:xfrm>
            <a:off x="10506455" y="4902049"/>
            <a:ext cx="1114654" cy="314554"/>
          </a:xfrm>
          <a:prstGeom prst="roundRect">
            <a:avLst>
              <a:gd name="adj" fmla="val 176180"/>
            </a:avLst>
          </a:prstGeom>
          <a:solidFill>
            <a:srgbClr val="D32F2F"/>
          </a:solidFill>
          <a:ln/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36" name="Text 32"/>
          <p:cNvSpPr txBox="1"/>
          <p:nvPr/>
        </p:nvSpPr>
        <p:spPr>
          <a:xfrm>
            <a:off x="10505342" y="4970119"/>
            <a:ext cx="1114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2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Expert Advice</a:t>
            </a:r>
          </a:p>
        </p:txBody>
      </p:sp>
      <p:sp>
        <p:nvSpPr>
          <p:cNvPr id="37" name="Text 33"/>
          <p:cNvSpPr txBox="1"/>
          <p:nvPr/>
        </p:nvSpPr>
        <p:spPr>
          <a:xfrm>
            <a:off x="8053624" y="5751728"/>
            <a:ext cx="2529032" cy="229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600" b="1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Result: Client feels advised.</a:t>
            </a:r>
          </a:p>
        </p:txBody>
      </p:sp>
      <p:sp>
        <p:nvSpPr>
          <p:cNvPr id="38" name="Shape 34"/>
          <p:cNvSpPr/>
          <p:nvPr/>
        </p:nvSpPr>
        <p:spPr>
          <a:xfrm>
            <a:off x="5810098" y="3833165"/>
            <a:ext cx="571500" cy="571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 txBox="1"/>
          <p:nvPr/>
        </p:nvSpPr>
        <p:spPr>
          <a:xfrm>
            <a:off x="5916422" y="3991458"/>
            <a:ext cx="333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400" dirty="0">
              <a:solidFill>
                <a:srgbClr val="C00000"/>
              </a:solidFill>
              <a:latin typeface="Ubuntu" panose="020B05040306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E64CE-D123-3DBB-C3FB-8E18D3B5A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39" y="369717"/>
            <a:ext cx="571500" cy="133351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320135" y="3474517"/>
            <a:ext cx="1182116" cy="314554"/>
          </a:xfrm>
          <a:prstGeom prst="roundRect">
            <a:avLst>
              <a:gd name="adj" fmla="val 17618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4349865" y="3518916"/>
            <a:ext cx="10863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Transactional</a:t>
            </a:r>
            <a:endParaRPr lang="en-US" sz="11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9">
            <a:extLst>
              <a:ext uri="{FF2B5EF4-FFF2-40B4-BE49-F238E27FC236}">
                <a16:creationId xmlns:a16="http://schemas.microsoft.com/office/drawing/2014/main" id="{845636B6-E7CF-D805-31B1-5E46C4B71C29}"/>
              </a:ext>
            </a:extLst>
          </p:cNvPr>
          <p:cNvSpPr/>
          <p:nvPr/>
        </p:nvSpPr>
        <p:spPr>
          <a:xfrm>
            <a:off x="4430726" y="1998398"/>
            <a:ext cx="3258007" cy="4000500"/>
          </a:xfrm>
          <a:prstGeom prst="roundRect">
            <a:avLst>
              <a:gd name="adj" fmla="val 7611"/>
            </a:avLst>
          </a:prstGeom>
          <a:solidFill>
            <a:schemeClr val="bg1">
              <a:lumMod val="85000"/>
              <a:alpha val="9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09905" y="2018995"/>
            <a:ext cx="3258007" cy="4000500"/>
          </a:xfrm>
          <a:prstGeom prst="roundRect">
            <a:avLst>
              <a:gd name="adj" fmla="val 7611"/>
            </a:avLst>
          </a:prstGeom>
          <a:solidFill>
            <a:schemeClr val="bg1">
              <a:lumMod val="85000"/>
              <a:alpha val="9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4089197" y="3905402"/>
            <a:ext cx="142646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2638" y="189485"/>
            <a:ext cx="5930595" cy="43799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Scaling The Practice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609905" y="853041"/>
            <a:ext cx="990295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32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From Advisor-Centric to System-Driven Businesses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609905" y="1359059"/>
            <a:ext cx="8497519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Evolution is necessary. You cannot scale a business that lives entirely in your head.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2931566" y="2190902"/>
            <a:ext cx="93543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23544" y="2333549"/>
            <a:ext cx="609905" cy="609905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5451" y="2505456"/>
            <a:ext cx="267005" cy="26700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61644" y="3191256"/>
            <a:ext cx="1188000" cy="252000"/>
          </a:xfrm>
          <a:prstGeom prst="roundRect">
            <a:avLst>
              <a:gd name="adj" fmla="val 6153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1113434" y="3243021"/>
            <a:ext cx="8522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1200" b="1">
                <a:solidFill>
                  <a:srgbClr val="4B556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Vulnerable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1048055" y="3573883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Memory-Driven</a:t>
            </a:r>
            <a:endParaRPr lang="en-US" sz="1500" dirty="0">
              <a:latin typeface="Ubuntu" panose="020B0504030602030204" pitchFamily="34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018008" y="3815083"/>
            <a:ext cx="2679420" cy="57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1400" dirty="0"/>
              <a:t>Relationship heavy, dependent on founder's presence</a:t>
            </a:r>
          </a:p>
        </p:txBody>
      </p:sp>
      <p:sp>
        <p:nvSpPr>
          <p:cNvPr id="22" name="Text 16"/>
          <p:cNvSpPr txBox="1"/>
          <p:nvPr/>
        </p:nvSpPr>
        <p:spPr>
          <a:xfrm>
            <a:off x="1025144" y="4500324"/>
            <a:ext cx="2339035" cy="53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1400" dirty="0"/>
              <a:t>Inconsistent follow-ups and missed callbacks</a:t>
            </a:r>
          </a:p>
        </p:txBody>
      </p:sp>
      <p:sp>
        <p:nvSpPr>
          <p:cNvPr id="24" name="Text 17"/>
          <p:cNvSpPr txBox="1"/>
          <p:nvPr/>
        </p:nvSpPr>
        <p:spPr>
          <a:xfrm>
            <a:off x="1028488" y="5131567"/>
            <a:ext cx="1384757" cy="330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2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sz="1400" dirty="0"/>
              <a:t>Zero scalability</a:t>
            </a:r>
          </a:p>
        </p:txBody>
      </p:sp>
      <p:sp>
        <p:nvSpPr>
          <p:cNvPr id="26" name="Text 19"/>
          <p:cNvSpPr txBox="1"/>
          <p:nvPr/>
        </p:nvSpPr>
        <p:spPr>
          <a:xfrm>
            <a:off x="6807099" y="2190902"/>
            <a:ext cx="88163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27" name="Shape 20"/>
          <p:cNvSpPr/>
          <p:nvPr/>
        </p:nvSpPr>
        <p:spPr>
          <a:xfrm>
            <a:off x="4774997" y="2333549"/>
            <a:ext cx="609905" cy="609905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79822" y="2493772"/>
            <a:ext cx="200254" cy="26700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774996" y="3191256"/>
            <a:ext cx="1188000" cy="252000"/>
          </a:xfrm>
          <a:prstGeom prst="roundRect">
            <a:avLst>
              <a:gd name="adj" fmla="val 6153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2"/>
          <p:cNvSpPr txBox="1"/>
          <p:nvPr/>
        </p:nvSpPr>
        <p:spPr>
          <a:xfrm>
            <a:off x="4935017" y="3238805"/>
            <a:ext cx="8997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Operational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31" name="Text 23"/>
          <p:cNvSpPr txBox="1"/>
          <p:nvPr/>
        </p:nvSpPr>
        <p:spPr>
          <a:xfrm>
            <a:off x="4861560" y="3544418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5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Excel-Driven</a:t>
            </a:r>
          </a:p>
        </p:txBody>
      </p:sp>
      <p:sp>
        <p:nvSpPr>
          <p:cNvPr id="33" name="Text 24"/>
          <p:cNvSpPr txBox="1"/>
          <p:nvPr/>
        </p:nvSpPr>
        <p:spPr>
          <a:xfrm>
            <a:off x="4900575" y="3799691"/>
            <a:ext cx="2376526" cy="573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Basic visibility of AUM and client list</a:t>
            </a:r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4642180" y="4590670"/>
            <a:ext cx="114300" cy="13350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4900575" y="4425217"/>
            <a:ext cx="2307946" cy="668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High manual effort for reports</a:t>
            </a:r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4618635" y="5269643"/>
            <a:ext cx="114300" cy="13350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858664" y="5146497"/>
            <a:ext cx="2307946" cy="573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Limited scale (Caps out at ~200 clients)</a:t>
            </a:r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t="-80" b="-80"/>
          <a:stretch/>
        </p:blipFill>
        <p:spPr>
          <a:xfrm>
            <a:off x="7940650" y="3905402"/>
            <a:ext cx="142646" cy="228600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8311896" y="2018994"/>
            <a:ext cx="3276295" cy="3924605"/>
          </a:xfrm>
          <a:prstGeom prst="roundRect">
            <a:avLst>
              <a:gd name="adj" fmla="val 7564"/>
            </a:avLst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40" name="Shape 28"/>
          <p:cNvSpPr/>
          <p:nvPr/>
        </p:nvSpPr>
        <p:spPr>
          <a:xfrm>
            <a:off x="8635594" y="2266798"/>
            <a:ext cx="609905" cy="609905"/>
          </a:xfrm>
          <a:prstGeom prst="ellipse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73668" y="2438705"/>
            <a:ext cx="333756" cy="267005"/>
          </a:xfrm>
          <a:prstGeom prst="rect">
            <a:avLst/>
          </a:prstGeom>
        </p:spPr>
      </p:pic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498408" y="3948277"/>
            <a:ext cx="156033" cy="182246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8604479" y="3175984"/>
            <a:ext cx="1224000" cy="252000"/>
          </a:xfrm>
          <a:prstGeom prst="roundRect">
            <a:avLst>
              <a:gd name="adj" fmla="val 61538"/>
            </a:avLst>
          </a:prstGeom>
          <a:solidFill>
            <a:srgbClr val="D32F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30"/>
          <p:cNvSpPr txBox="1"/>
          <p:nvPr/>
        </p:nvSpPr>
        <p:spPr>
          <a:xfrm>
            <a:off x="8604479" y="3177109"/>
            <a:ext cx="1224000" cy="252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Scalable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47" name="Text 31"/>
          <p:cNvSpPr txBox="1"/>
          <p:nvPr/>
        </p:nvSpPr>
        <p:spPr>
          <a:xfrm>
            <a:off x="8692744" y="3544418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5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System-Driven</a:t>
            </a:r>
          </a:p>
        </p:txBody>
      </p:sp>
      <p:sp>
        <p:nvSpPr>
          <p:cNvPr id="48" name="Text 32"/>
          <p:cNvSpPr txBox="1"/>
          <p:nvPr/>
        </p:nvSpPr>
        <p:spPr>
          <a:xfrm>
            <a:off x="8726652" y="3810305"/>
            <a:ext cx="2500148" cy="605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Standardised workflows for every process</a:t>
            </a:r>
          </a:p>
        </p:txBody>
      </p:sp>
      <p:sp>
        <p:nvSpPr>
          <p:cNvPr id="49" name="Text 33"/>
          <p:cNvSpPr txBox="1"/>
          <p:nvPr/>
        </p:nvSpPr>
        <p:spPr>
          <a:xfrm>
            <a:off x="8738273" y="4511242"/>
            <a:ext cx="24769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Measurable service quality &amp; delivery</a:t>
            </a:r>
          </a:p>
        </p:txBody>
      </p:sp>
      <p:sp>
        <p:nvSpPr>
          <p:cNvPr id="50" name="Text 34"/>
          <p:cNvSpPr txBox="1"/>
          <p:nvPr/>
        </p:nvSpPr>
        <p:spPr>
          <a:xfrm>
            <a:off x="8749894" y="5198364"/>
            <a:ext cx="24769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lnSpc>
                <a:spcPct val="150000"/>
              </a:lnSpc>
              <a:buNone/>
              <a:defRPr sz="1400"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Predictable, compound growth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B366E-B380-74D5-C107-A348C8E6EE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239" y="369717"/>
            <a:ext cx="571500" cy="133351"/>
          </a:xfrm>
          <a:prstGeom prst="rect">
            <a:avLst/>
          </a:prstGeom>
        </p:spPr>
      </p:pic>
      <p:pic>
        <p:nvPicPr>
          <p:cNvPr id="53" name="Graphic 52" descr="Close with solid fill">
            <a:extLst>
              <a:ext uri="{FF2B5EF4-FFF2-40B4-BE49-F238E27FC236}">
                <a16:creationId xmlns:a16="http://schemas.microsoft.com/office/drawing/2014/main" id="{717592EC-F30F-45CF-B1FE-077B3A0883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5126" y="3897149"/>
            <a:ext cx="202998" cy="202998"/>
          </a:xfrm>
          <a:prstGeom prst="rect">
            <a:avLst/>
          </a:prstGeom>
        </p:spPr>
      </p:pic>
      <p:pic>
        <p:nvPicPr>
          <p:cNvPr id="55" name="Graphic 54" descr="Close with solid fill">
            <a:extLst>
              <a:ext uri="{FF2B5EF4-FFF2-40B4-BE49-F238E27FC236}">
                <a16:creationId xmlns:a16="http://schemas.microsoft.com/office/drawing/2014/main" id="{DB82EAA0-D389-344D-785E-BBA44D48BC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1488" y="4590670"/>
            <a:ext cx="202998" cy="202998"/>
          </a:xfrm>
          <a:prstGeom prst="rect">
            <a:avLst/>
          </a:prstGeom>
        </p:spPr>
      </p:pic>
      <p:pic>
        <p:nvPicPr>
          <p:cNvPr id="56" name="Graphic 55" descr="Close with solid fill">
            <a:extLst>
              <a:ext uri="{FF2B5EF4-FFF2-40B4-BE49-F238E27FC236}">
                <a16:creationId xmlns:a16="http://schemas.microsoft.com/office/drawing/2014/main" id="{B113BF1E-49B4-F88C-C6E6-EF99E01FE3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3246" y="5230266"/>
            <a:ext cx="202998" cy="202998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4675988" y="3934154"/>
            <a:ext cx="114300" cy="133502"/>
          </a:xfrm>
          <a:prstGeom prst="rect">
            <a:avLst/>
          </a:prstGeom>
        </p:spPr>
      </p:pic>
      <p:sp>
        <p:nvSpPr>
          <p:cNvPr id="57" name="Text 19">
            <a:extLst>
              <a:ext uri="{FF2B5EF4-FFF2-40B4-BE49-F238E27FC236}">
                <a16:creationId xmlns:a16="http://schemas.microsoft.com/office/drawing/2014/main" id="{D0066A32-FF5D-8DA3-B4B7-08DB7E09D969}"/>
              </a:ext>
            </a:extLst>
          </p:cNvPr>
          <p:cNvSpPr txBox="1"/>
          <p:nvPr/>
        </p:nvSpPr>
        <p:spPr>
          <a:xfrm>
            <a:off x="10693832" y="2190901"/>
            <a:ext cx="881633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800" dirty="0">
              <a:solidFill>
                <a:srgbClr val="C00000"/>
              </a:solidFill>
            </a:endParaRPr>
          </a:p>
        </p:txBody>
      </p:sp>
      <p:pic>
        <p:nvPicPr>
          <p:cNvPr id="58" name="Image 11" descr="preencoded.png">
            <a:extLst>
              <a:ext uri="{FF2B5EF4-FFF2-40B4-BE49-F238E27FC236}">
                <a16:creationId xmlns:a16="http://schemas.microsoft.com/office/drawing/2014/main" id="{CC241395-70FD-3E1B-8759-C624EF1320F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472805" y="4621604"/>
            <a:ext cx="156033" cy="182246"/>
          </a:xfrm>
          <a:prstGeom prst="rect">
            <a:avLst/>
          </a:prstGeom>
        </p:spPr>
      </p:pic>
      <p:pic>
        <p:nvPicPr>
          <p:cNvPr id="59" name="Image 11" descr="preencoded.png">
            <a:extLst>
              <a:ext uri="{FF2B5EF4-FFF2-40B4-BE49-F238E27FC236}">
                <a16:creationId xmlns:a16="http://schemas.microsoft.com/office/drawing/2014/main" id="{0EBBA6F1-0943-695E-3907-9F62C7B19B3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472805" y="5323739"/>
            <a:ext cx="156033" cy="1822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4"/>
          <p:cNvSpPr/>
          <p:nvPr/>
        </p:nvSpPr>
        <p:spPr>
          <a:xfrm>
            <a:off x="609905" y="5577805"/>
            <a:ext cx="3590849" cy="513014"/>
          </a:xfrm>
          <a:prstGeom prst="roundRect">
            <a:avLst>
              <a:gd name="adj" fmla="val 18154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6"/>
          <p:cNvSpPr txBox="1"/>
          <p:nvPr/>
        </p:nvSpPr>
        <p:spPr>
          <a:xfrm>
            <a:off x="766379" y="193326"/>
            <a:ext cx="6054131" cy="552298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One Immediate Action</a:t>
            </a:r>
          </a:p>
        </p:txBody>
      </p:sp>
      <p:sp>
        <p:nvSpPr>
          <p:cNvPr id="26" name="Text 17"/>
          <p:cNvSpPr txBox="1"/>
          <p:nvPr/>
        </p:nvSpPr>
        <p:spPr>
          <a:xfrm>
            <a:off x="609905" y="895198"/>
            <a:ext cx="90443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3200" b="1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Build One Master </a:t>
            </a:r>
            <a:r>
              <a:rPr lang="en-US"/>
              <a:t>Client File</a:t>
            </a:r>
            <a:endParaRPr lang="en-US" dirty="0"/>
          </a:p>
        </p:txBody>
      </p:sp>
      <p:sp>
        <p:nvSpPr>
          <p:cNvPr id="27" name="Text 18"/>
          <p:cNvSpPr txBox="1"/>
          <p:nvPr/>
        </p:nvSpPr>
        <p:spPr>
          <a:xfrm>
            <a:off x="609904" y="1307672"/>
            <a:ext cx="6455913" cy="55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>
                <a:solidFill>
                  <a:srgbClr val="555555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Start with these 6 essential fields. Don't overcomplicate it.</a:t>
            </a:r>
          </a:p>
        </p:txBody>
      </p:sp>
      <p:sp>
        <p:nvSpPr>
          <p:cNvPr id="4" name="Shape 2"/>
          <p:cNvSpPr/>
          <p:nvPr/>
        </p:nvSpPr>
        <p:spPr>
          <a:xfrm>
            <a:off x="609905" y="2119513"/>
            <a:ext cx="3010205" cy="914643"/>
          </a:xfrm>
          <a:prstGeom prst="roundRect">
            <a:avLst>
              <a:gd name="adj" fmla="val 11424"/>
            </a:avLst>
          </a:prstGeom>
          <a:solidFill>
            <a:schemeClr val="bg2">
              <a:lumMod val="90000"/>
              <a:alpha val="4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9625" y="2366231"/>
            <a:ext cx="432000" cy="4320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pic>
        <p:nvPicPr>
          <p:cNvPr id="6" name="Image 0" descr="preencoded.png"/>
          <p:cNvPicPr>
            <a:picLocks/>
          </p:cNvPicPr>
          <p:nvPr/>
        </p:nvPicPr>
        <p:blipFill>
          <a:blip r:embed="rId3"/>
          <a:srcRect l="-1648" r="-1648"/>
          <a:stretch/>
        </p:blipFill>
        <p:spPr>
          <a:xfrm>
            <a:off x="913536" y="2474974"/>
            <a:ext cx="252000" cy="25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0305" y="2119513"/>
            <a:ext cx="3010205" cy="914643"/>
          </a:xfrm>
          <a:prstGeom prst="roundRect">
            <a:avLst>
              <a:gd name="adj" fmla="val 11424"/>
            </a:avLst>
          </a:prstGeom>
          <a:solidFill>
            <a:schemeClr val="bg2">
              <a:lumMod val="90000"/>
              <a:alpha val="4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010025" y="2366232"/>
            <a:ext cx="432000" cy="4320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4119372" y="2465449"/>
            <a:ext cx="219456" cy="22277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905" y="3256926"/>
            <a:ext cx="3010205" cy="914643"/>
          </a:xfrm>
          <a:prstGeom prst="roundRect">
            <a:avLst>
              <a:gd name="adj" fmla="val 11424"/>
            </a:avLst>
          </a:prstGeom>
          <a:solidFill>
            <a:schemeClr val="bg2">
              <a:lumMod val="90000"/>
              <a:alpha val="4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09625" y="3503644"/>
            <a:ext cx="432000" cy="4320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3602862"/>
            <a:ext cx="190195" cy="22277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810305" y="3256926"/>
            <a:ext cx="3010205" cy="914643"/>
          </a:xfrm>
          <a:prstGeom prst="roundRect">
            <a:avLst>
              <a:gd name="adj" fmla="val 11424"/>
            </a:avLst>
          </a:prstGeom>
          <a:solidFill>
            <a:schemeClr val="bg2">
              <a:lumMod val="90000"/>
              <a:alpha val="4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010025" y="3503644"/>
            <a:ext cx="432000" cy="4320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34002" y="3602862"/>
            <a:ext cx="190195" cy="22277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9905" y="4395410"/>
            <a:ext cx="3010205" cy="914643"/>
          </a:xfrm>
          <a:prstGeom prst="roundRect">
            <a:avLst>
              <a:gd name="adj" fmla="val 11424"/>
            </a:avLst>
          </a:prstGeom>
          <a:solidFill>
            <a:schemeClr val="bg2">
              <a:lumMod val="90000"/>
              <a:alpha val="4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809625" y="4642129"/>
            <a:ext cx="432000" cy="4320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42746" y="4741346"/>
            <a:ext cx="171907" cy="22277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810305" y="4395410"/>
            <a:ext cx="3010205" cy="914643"/>
          </a:xfrm>
          <a:prstGeom prst="roundRect">
            <a:avLst>
              <a:gd name="adj" fmla="val 11424"/>
            </a:avLst>
          </a:prstGeom>
          <a:solidFill>
            <a:schemeClr val="bg2">
              <a:lumMod val="90000"/>
              <a:alpha val="4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4010025" y="4642129"/>
            <a:ext cx="432000" cy="4320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>
              <a:latin typeface="Ubuntu" panose="020B0504030602030204" pitchFamily="34" charset="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4143146" y="4741346"/>
            <a:ext cx="171907" cy="222770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33349" y="5756664"/>
            <a:ext cx="133502" cy="156367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10005" y="2339070"/>
            <a:ext cx="609905" cy="16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Field 01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9" name="Text 20"/>
          <p:cNvSpPr txBox="1"/>
          <p:nvPr/>
        </p:nvSpPr>
        <p:spPr>
          <a:xfrm>
            <a:off x="1410004" y="2562911"/>
            <a:ext cx="1944015" cy="28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Client Category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30" name="Text 21"/>
          <p:cNvSpPr txBox="1"/>
          <p:nvPr/>
        </p:nvSpPr>
        <p:spPr>
          <a:xfrm>
            <a:off x="4610405" y="2339070"/>
            <a:ext cx="738835" cy="180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Field 02</a:t>
            </a:r>
          </a:p>
        </p:txBody>
      </p:sp>
      <p:sp>
        <p:nvSpPr>
          <p:cNvPr id="31" name="Text 22"/>
          <p:cNvSpPr txBox="1"/>
          <p:nvPr/>
        </p:nvSpPr>
        <p:spPr>
          <a:xfrm>
            <a:off x="4610405" y="2562911"/>
            <a:ext cx="1628470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SIP Status</a:t>
            </a:r>
          </a:p>
        </p:txBody>
      </p:sp>
      <p:sp>
        <p:nvSpPr>
          <p:cNvPr id="32" name="Text 23"/>
          <p:cNvSpPr txBox="1"/>
          <p:nvPr/>
        </p:nvSpPr>
        <p:spPr>
          <a:xfrm>
            <a:off x="1410005" y="3477554"/>
            <a:ext cx="629107" cy="16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Field 03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1410005" y="3700323"/>
            <a:ext cx="1847545" cy="28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No. of Products</a:t>
            </a:r>
          </a:p>
        </p:txBody>
      </p:sp>
      <p:sp>
        <p:nvSpPr>
          <p:cNvPr id="34" name="Text 25"/>
          <p:cNvSpPr txBox="1"/>
          <p:nvPr/>
        </p:nvSpPr>
        <p:spPr>
          <a:xfrm>
            <a:off x="4610405" y="3477554"/>
            <a:ext cx="638251" cy="16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Field 04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4610404" y="3700323"/>
            <a:ext cx="1485595" cy="28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Peak AUM</a:t>
            </a:r>
          </a:p>
        </p:txBody>
      </p:sp>
      <p:sp>
        <p:nvSpPr>
          <p:cNvPr id="36" name="Text 27"/>
          <p:cNvSpPr txBox="1"/>
          <p:nvPr/>
        </p:nvSpPr>
        <p:spPr>
          <a:xfrm>
            <a:off x="1410005" y="4614967"/>
            <a:ext cx="629107" cy="16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Field 05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37" name="Text 28"/>
          <p:cNvSpPr txBox="1"/>
          <p:nvPr/>
        </p:nvSpPr>
        <p:spPr>
          <a:xfrm>
            <a:off x="1410005" y="4838806"/>
            <a:ext cx="1818665" cy="281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Last Interaction</a:t>
            </a:r>
          </a:p>
        </p:txBody>
      </p:sp>
      <p:sp>
        <p:nvSpPr>
          <p:cNvPr id="38" name="Text 29"/>
          <p:cNvSpPr txBox="1"/>
          <p:nvPr/>
        </p:nvSpPr>
        <p:spPr>
          <a:xfrm>
            <a:off x="4610405" y="4614967"/>
            <a:ext cx="629107" cy="16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Field 06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39" name="Text 30"/>
          <p:cNvSpPr txBox="1"/>
          <p:nvPr/>
        </p:nvSpPr>
        <p:spPr>
          <a:xfrm>
            <a:off x="4610405" y="4838806"/>
            <a:ext cx="1628470" cy="337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Next Action</a:t>
            </a:r>
          </a:p>
        </p:txBody>
      </p:sp>
      <p:sp>
        <p:nvSpPr>
          <p:cNvPr id="40" name="Text 31"/>
          <p:cNvSpPr txBox="1"/>
          <p:nvPr/>
        </p:nvSpPr>
        <p:spPr>
          <a:xfrm>
            <a:off x="942746" y="5734173"/>
            <a:ext cx="3234233" cy="19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Start in Excel or Google Sheets. CRM comes later.</a:t>
            </a:r>
            <a:endParaRPr lang="en-US" sz="1000" b="1" dirty="0">
              <a:solidFill>
                <a:schemeClr val="bg2">
                  <a:lumMod val="2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44" name="Shape 35"/>
          <p:cNvSpPr/>
          <p:nvPr/>
        </p:nvSpPr>
        <p:spPr>
          <a:xfrm>
            <a:off x="7276795" y="2253083"/>
            <a:ext cx="4304995" cy="2076158"/>
          </a:xfrm>
          <a:prstGeom prst="roundRect">
            <a:avLst>
              <a:gd name="adj" fmla="val 7550"/>
            </a:avLst>
          </a:prstGeom>
          <a:solidFill>
            <a:srgbClr val="FEF2F2"/>
          </a:solidFill>
          <a:ln w="12700">
            <a:solidFill>
              <a:srgbClr val="C00000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45" name="Text 36"/>
          <p:cNvSpPr txBox="1"/>
          <p:nvPr/>
        </p:nvSpPr>
        <p:spPr>
          <a:xfrm>
            <a:off x="7591349" y="2519172"/>
            <a:ext cx="2952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The Evolution Principle</a:t>
            </a:r>
            <a:endParaRPr lang="en-US" dirty="0">
              <a:latin typeface="Ubuntu" panose="020B0504030602030204" pitchFamily="34" charset="0"/>
            </a:endParaRPr>
          </a:p>
        </p:txBody>
      </p:sp>
      <p:sp>
        <p:nvSpPr>
          <p:cNvPr id="46" name="Shape 37"/>
          <p:cNvSpPr/>
          <p:nvPr/>
        </p:nvSpPr>
        <p:spPr>
          <a:xfrm>
            <a:off x="7276795" y="4604918"/>
            <a:ext cx="4304995" cy="1485900"/>
          </a:xfrm>
          <a:prstGeom prst="roundRect">
            <a:avLst>
              <a:gd name="adj" fmla="val 3156"/>
            </a:avLst>
          </a:prstGeom>
          <a:solidFill>
            <a:srgbClr val="333333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38"/>
          <p:cNvSpPr/>
          <p:nvPr/>
        </p:nvSpPr>
        <p:spPr>
          <a:xfrm>
            <a:off x="11525098" y="4604918"/>
            <a:ext cx="57607" cy="148590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39"/>
          <p:cNvSpPr txBox="1"/>
          <p:nvPr/>
        </p:nvSpPr>
        <p:spPr>
          <a:xfrm>
            <a:off x="7582205" y="4900742"/>
            <a:ext cx="1108123" cy="15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Remember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49" name="Text 40"/>
          <p:cNvSpPr txBox="1"/>
          <p:nvPr/>
        </p:nvSpPr>
        <p:spPr>
          <a:xfrm>
            <a:off x="7582205" y="5176418"/>
            <a:ext cx="38011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You don’t need perfect systems.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50" name="Text 41"/>
          <p:cNvSpPr txBox="1"/>
          <p:nvPr/>
        </p:nvSpPr>
        <p:spPr>
          <a:xfrm>
            <a:off x="7582205" y="5501030"/>
            <a:ext cx="2419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You need discipline.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51" name="Text 42"/>
          <p:cNvSpPr txBox="1"/>
          <p:nvPr/>
        </p:nvSpPr>
        <p:spPr>
          <a:xfrm>
            <a:off x="7582205" y="2868258"/>
            <a:ext cx="3792017" cy="11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"Once you start, you unknowingly begin a journey of self-improvement. Your file naturally grows with parameters that matter to you."</a:t>
            </a:r>
            <a:endParaRPr lang="en-US" sz="1350" dirty="0">
              <a:latin typeface="Ubuntu" panose="020B0504030602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5F9113C-13C2-5BAE-0C75-9B331AF2A2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39" y="369717"/>
            <a:ext cx="571500" cy="13335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1"/>
          <p:cNvSpPr txBox="1"/>
          <p:nvPr/>
        </p:nvSpPr>
        <p:spPr>
          <a:xfrm>
            <a:off x="914400" y="2364700"/>
            <a:ext cx="8769927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333333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“Your Database Is Your Future Revenue”</a:t>
            </a:r>
            <a:endParaRPr lang="en-US" sz="4500" dirty="0">
              <a:latin typeface="Ubuntu" panose="020B0504030602030204" pitchFamily="3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14400" y="4003305"/>
            <a:ext cx="5863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888888"/>
                </a:solidFill>
                <a:latin typeface="Ubuntu" panose="020B0504030602030204" pitchFamily="34" charset="0"/>
                <a:ea typeface="Inter" pitchFamily="34" charset="-122"/>
                <a:cs typeface="Inter" pitchFamily="34" charset="-120"/>
              </a:rPr>
              <a:t>Markets will change. Products will change.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914400" y="4510323"/>
            <a:ext cx="5334000" cy="782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i="1" dirty="0">
                <a:solidFill>
                  <a:srgbClr val="333333"/>
                </a:solidFill>
                <a:latin typeface="Ubuntu" panose="020B0504030602030204" pitchFamily="34" charset="0"/>
                <a:ea typeface="ui-serif" pitchFamily="34" charset="-122"/>
                <a:cs typeface="ui-serif" pitchFamily="34" charset="-120"/>
              </a:rPr>
              <a:t>A well-managed client database compounds silently every year.</a:t>
            </a:r>
            <a:endParaRPr lang="en-US" sz="27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C3A6-7805-C94F-D565-ABCCD0A8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2504"/>
            <a:ext cx="12192000" cy="681351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Ubuntu" panose="020B0504030602030204"/>
              </a:rPr>
              <a:t>How to grow?</a:t>
            </a:r>
            <a:endParaRPr lang="en-IN" sz="3600" b="1" dirty="0">
              <a:solidFill>
                <a:schemeClr val="bg1"/>
              </a:solidFill>
              <a:latin typeface="Ubuntu" panose="020B0504030602030204"/>
            </a:endParaRPr>
          </a:p>
        </p:txBody>
      </p:sp>
    </p:spTree>
    <p:extLst>
      <p:ext uri="{BB962C8B-B14F-4D97-AF65-F5344CB8AC3E}">
        <p14:creationId xmlns:p14="http://schemas.microsoft.com/office/powerpoint/2010/main" val="3615163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C101A8-1730-46C1-5845-1F4C6F14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766" y="232886"/>
            <a:ext cx="10844462" cy="579119"/>
          </a:xfrm>
        </p:spPr>
        <p:txBody>
          <a:bodyPr anchor="ctr">
            <a:normAutofit/>
          </a:bodyPr>
          <a:lstStyle/>
          <a:p>
            <a:r>
              <a:rPr lang="en-IN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Capture the Opportunities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EF80C53-2497-FBE9-B0A2-5A5060799656}"/>
              </a:ext>
            </a:extLst>
          </p:cNvPr>
          <p:cNvGrpSpPr/>
          <p:nvPr/>
        </p:nvGrpSpPr>
        <p:grpSpPr>
          <a:xfrm>
            <a:off x="2655964" y="932005"/>
            <a:ext cx="6620243" cy="5023770"/>
            <a:chOff x="1682688" y="1518851"/>
            <a:chExt cx="5745908" cy="4237590"/>
          </a:xfrm>
          <a:solidFill>
            <a:schemeClr val="accent1"/>
          </a:solidFill>
        </p:grpSpPr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D74A0FE4-853F-5A17-9DB6-4D52E2A0C250}"/>
                </a:ext>
              </a:extLst>
            </p:cNvPr>
            <p:cNvSpPr>
              <a:spLocks/>
            </p:cNvSpPr>
            <p:nvPr/>
          </p:nvSpPr>
          <p:spPr bwMode="blackWhite">
            <a:xfrm flipH="1">
              <a:off x="4603347" y="1518851"/>
              <a:ext cx="2825249" cy="4174305"/>
            </a:xfrm>
            <a:custGeom>
              <a:avLst/>
              <a:gdLst>
                <a:gd name="T0" fmla="*/ 0 w 760"/>
                <a:gd name="T1" fmla="*/ 2147483647 h 1516"/>
                <a:gd name="T2" fmla="*/ 2147483647 w 760"/>
                <a:gd name="T3" fmla="*/ 2147483647 h 1516"/>
                <a:gd name="T4" fmla="*/ 2147483647 w 760"/>
                <a:gd name="T5" fmla="*/ 0 h 1516"/>
                <a:gd name="T6" fmla="*/ 0 w 760"/>
                <a:gd name="T7" fmla="*/ 2147483647 h 15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0"/>
                <a:gd name="T13" fmla="*/ 0 h 1516"/>
                <a:gd name="T14" fmla="*/ 760 w 760"/>
                <a:gd name="T15" fmla="*/ 1516 h 15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0" h="1516">
                  <a:moveTo>
                    <a:pt x="0" y="1516"/>
                  </a:moveTo>
                  <a:lnTo>
                    <a:pt x="760" y="960"/>
                  </a:lnTo>
                  <a:lnTo>
                    <a:pt x="760" y="0"/>
                  </a:lnTo>
                  <a:lnTo>
                    <a:pt x="0" y="151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45720" tIns="274320" rIns="1371600" bIns="44450" anchor="ctr">
              <a:no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GB" sz="16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cs typeface="Arial" pitchFamily="34" charset="0"/>
                </a:rPr>
                <a:t>Client </a:t>
              </a:r>
            </a:p>
            <a:p>
              <a:pPr algn="ctr">
                <a:spcBef>
                  <a:spcPct val="20000"/>
                </a:spcBef>
              </a:pPr>
              <a:r>
                <a:rPr lang="en-GB" sz="16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cs typeface="Arial" pitchFamily="34" charset="0"/>
                </a:rPr>
                <a:t>Management</a:t>
              </a:r>
            </a:p>
          </p:txBody>
        </p:sp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785DB19B-12BC-576A-DB0C-E0AB13F195CA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1682688" y="1518851"/>
              <a:ext cx="2825249" cy="4174305"/>
            </a:xfrm>
            <a:custGeom>
              <a:avLst/>
              <a:gdLst>
                <a:gd name="T0" fmla="*/ 0 w 760"/>
                <a:gd name="T1" fmla="*/ 2147483647 h 1516"/>
                <a:gd name="T2" fmla="*/ 2147483647 w 760"/>
                <a:gd name="T3" fmla="*/ 2147483647 h 1516"/>
                <a:gd name="T4" fmla="*/ 2147483647 w 760"/>
                <a:gd name="T5" fmla="*/ 0 h 1516"/>
                <a:gd name="T6" fmla="*/ 0 w 760"/>
                <a:gd name="T7" fmla="*/ 2147483647 h 15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0"/>
                <a:gd name="T13" fmla="*/ 0 h 1516"/>
                <a:gd name="T14" fmla="*/ 760 w 760"/>
                <a:gd name="T15" fmla="*/ 1516 h 15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0" h="1516">
                  <a:moveTo>
                    <a:pt x="0" y="1516"/>
                  </a:moveTo>
                  <a:lnTo>
                    <a:pt x="760" y="960"/>
                  </a:lnTo>
                  <a:lnTo>
                    <a:pt x="760" y="0"/>
                  </a:lnTo>
                  <a:lnTo>
                    <a:pt x="0" y="151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1371600" tIns="274320" rIns="44450" bIns="44450" anchor="ctr">
              <a:noAutofit/>
            </a:bodyPr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GB" sz="16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cs typeface="Arial" pitchFamily="34" charset="0"/>
                </a:rPr>
                <a:t> Invest in</a:t>
              </a:r>
            </a:p>
            <a:p>
              <a:pPr algn="ctr" eaLnBrk="1" hangingPunct="1">
                <a:spcBef>
                  <a:spcPct val="20000"/>
                </a:spcBef>
              </a:pPr>
              <a:r>
                <a:rPr lang="en-GB" sz="16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cs typeface="Arial" pitchFamily="34" charset="0"/>
                </a:rPr>
                <a:t>Infrastructure</a:t>
              </a:r>
            </a:p>
          </p:txBody>
        </p:sp>
        <p:sp>
          <p:nvSpPr>
            <p:cNvPr id="8" name="AutoShape 13">
              <a:extLst>
                <a:ext uri="{FF2B5EF4-FFF2-40B4-BE49-F238E27FC236}">
                  <a16:creationId xmlns:a16="http://schemas.microsoft.com/office/drawing/2014/main" id="{343B2B4C-7175-ECED-FDFC-20FD2802B94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740922" y="4237033"/>
              <a:ext cx="5655461" cy="1519408"/>
            </a:xfrm>
            <a:prstGeom prst="triangle">
              <a:avLst>
                <a:gd name="adj" fmla="val 49954"/>
              </a:avLst>
            </a:prstGeom>
            <a:solidFill>
              <a:schemeClr val="bg1">
                <a:lumMod val="8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44450" tIns="44450" rIns="44450" bIns="457200" anchor="ctr">
              <a:noAutofit/>
            </a:bodyPr>
            <a:lstStyle/>
            <a:p>
              <a:pPr algn="ctr" defTabSz="762000" eaLnBrk="1" hangingPunct="1">
                <a:lnSpc>
                  <a:spcPct val="95000"/>
                </a:lnSpc>
                <a:spcBef>
                  <a:spcPct val="20000"/>
                </a:spcBef>
              </a:pPr>
              <a:r>
                <a:rPr lang="en-US" altLang="ja-JP" sz="16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ea typeface="ＭＳ Ｐゴシック" charset="-128"/>
                  <a:cs typeface="Arial" pitchFamily="34" charset="0"/>
                </a:rPr>
                <a:t>Behavioral Bias</a:t>
              </a:r>
              <a:endParaRPr lang="ja-JP" altLang="en-US" sz="1600" b="1" dirty="0">
                <a:solidFill>
                  <a:schemeClr val="bg2">
                    <a:lumMod val="25000"/>
                  </a:schemeClr>
                </a:solidFill>
                <a:latin typeface="Ubuntu" panose="020B0504030602030204" pitchFamily="34" charset="0"/>
                <a:ea typeface="ＭＳ Ｐゴシック" charset="-128"/>
                <a:cs typeface="Arial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18B64D3-D359-A8D2-22CC-E9DA750D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9" y="451694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61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6AC286B-07AE-7FD9-D21D-050D23EBCBC3}"/>
              </a:ext>
            </a:extLst>
          </p:cNvPr>
          <p:cNvSpPr/>
          <p:nvPr/>
        </p:nvSpPr>
        <p:spPr>
          <a:xfrm>
            <a:off x="7419755" y="5308727"/>
            <a:ext cx="4505703" cy="616395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Title 2">
            <a:extLst>
              <a:ext uri="{FF2B5EF4-FFF2-40B4-BE49-F238E27FC236}">
                <a16:creationId xmlns:a16="http://schemas.microsoft.com/office/drawing/2014/main" id="{FD744C10-4C8A-E1E7-62AE-B36C6643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07" y="233439"/>
            <a:ext cx="8989466" cy="459017"/>
          </a:xfrm>
        </p:spPr>
        <p:txBody>
          <a:bodyPr anchor="ctr">
            <a:normAutofit fontScale="90000"/>
          </a:bodyPr>
          <a:lstStyle/>
          <a:p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Does the </a:t>
            </a:r>
            <a:r>
              <a:rPr lang="en-US" sz="3000" b="1" dirty="0">
                <a:solidFill>
                  <a:srgbClr val="FF0000"/>
                </a:solidFill>
              </a:rPr>
              <a:t>Passion</a:t>
            </a:r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Looks like in our world? (4/4)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65C5606-03BD-609B-94F5-3811CD94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99" y="396272"/>
            <a:ext cx="571500" cy="13335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C0D08527-CC1B-8158-BEDA-4B70491E892B}"/>
              </a:ext>
            </a:extLst>
          </p:cNvPr>
          <p:cNvGrpSpPr/>
          <p:nvPr/>
        </p:nvGrpSpPr>
        <p:grpSpPr>
          <a:xfrm>
            <a:off x="90941" y="560049"/>
            <a:ext cx="11936387" cy="6201998"/>
            <a:chOff x="90942" y="560049"/>
            <a:chExt cx="11936386" cy="6201999"/>
          </a:xfrm>
        </p:grpSpPr>
        <p:sp>
          <p:nvSpPr>
            <p:cNvPr id="45" name="Rectangle 3">
              <a:extLst>
                <a:ext uri="{FF2B5EF4-FFF2-40B4-BE49-F238E27FC236}">
                  <a16:creationId xmlns:a16="http://schemas.microsoft.com/office/drawing/2014/main" id="{652413DE-7D6F-96A4-630A-A52FCF587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42" y="5132620"/>
              <a:ext cx="1554480" cy="91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1440" tIns="91440" rIns="91440" bIns="91440" anchor="ctr"/>
            <a:lstStyle/>
            <a:p>
              <a:pPr algn="ctr" defTabSz="865166">
                <a:lnSpc>
                  <a:spcPct val="95000"/>
                </a:lnSpc>
                <a:defRPr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ea typeface="ＭＳ Ｐゴシック" pitchFamily="50" charset="-128"/>
                </a:rPr>
                <a:t>Institutionalize your Business</a:t>
              </a:r>
            </a:p>
          </p:txBody>
        </p:sp>
        <p:sp>
          <p:nvSpPr>
            <p:cNvPr id="46" name="Rectangle 17">
              <a:extLst>
                <a:ext uri="{FF2B5EF4-FFF2-40B4-BE49-F238E27FC236}">
                  <a16:creationId xmlns:a16="http://schemas.microsoft.com/office/drawing/2014/main" id="{33BAF987-D4BD-773A-21C6-F73A64DCB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663" y="4374096"/>
              <a:ext cx="1554480" cy="91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1440" tIns="91440" rIns="91440" bIns="91440" anchor="ctr"/>
            <a:lstStyle/>
            <a:p>
              <a:pPr algn="ctr" defTabSz="865166">
                <a:lnSpc>
                  <a:spcPct val="95000"/>
                </a:lnSpc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ea typeface="ＭＳ Ｐゴシック" pitchFamily="50" charset="-128"/>
                </a:rPr>
                <a:t>Build your Team</a:t>
              </a:r>
            </a:p>
          </p:txBody>
        </p:sp>
        <p:sp>
          <p:nvSpPr>
            <p:cNvPr id="47" name="Rectangle 18">
              <a:extLst>
                <a:ext uri="{FF2B5EF4-FFF2-40B4-BE49-F238E27FC236}">
                  <a16:creationId xmlns:a16="http://schemas.microsoft.com/office/drawing/2014/main" id="{F66008CF-821B-1D00-DC71-79E623F13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703" y="3619772"/>
              <a:ext cx="1554480" cy="91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1440" tIns="91440" rIns="91440" bIns="91440" anchor="ctr"/>
            <a:lstStyle/>
            <a:p>
              <a:pPr algn="ctr" defTabSz="865166">
                <a:lnSpc>
                  <a:spcPct val="95000"/>
                </a:lnSpc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ea typeface="ＭＳ Ｐゴシック" pitchFamily="50" charset="-128"/>
                </a:rPr>
                <a:t>HR Practice</a:t>
              </a:r>
            </a:p>
          </p:txBody>
        </p:sp>
        <p:sp>
          <p:nvSpPr>
            <p:cNvPr id="48" name="Rectangle 19">
              <a:extLst>
                <a:ext uri="{FF2B5EF4-FFF2-40B4-BE49-F238E27FC236}">
                  <a16:creationId xmlns:a16="http://schemas.microsoft.com/office/drawing/2014/main" id="{ADE81E78-FC67-7339-9DE3-0AE4DCCC7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515" y="2832355"/>
              <a:ext cx="1554480" cy="91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1440" tIns="91440" rIns="91440" bIns="91440" anchor="ctr"/>
            <a:lstStyle/>
            <a:p>
              <a:pPr algn="ctr" defTabSz="865166">
                <a:lnSpc>
                  <a:spcPct val="95000"/>
                </a:lnSpc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ea typeface="ＭＳ Ｐゴシック" pitchFamily="50" charset="-128"/>
                </a:rPr>
                <a:t>Research</a:t>
              </a:r>
            </a:p>
          </p:txBody>
        </p:sp>
        <p:sp>
          <p:nvSpPr>
            <p:cNvPr id="49" name="Rectangle 20">
              <a:extLst>
                <a:ext uri="{FF2B5EF4-FFF2-40B4-BE49-F238E27FC236}">
                  <a16:creationId xmlns:a16="http://schemas.microsoft.com/office/drawing/2014/main" id="{84F46214-CE50-6D44-A669-6060DAE0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9350" y="2045372"/>
              <a:ext cx="1554480" cy="91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1440" tIns="91440" rIns="91440" bIns="91440" anchor="ctr"/>
            <a:lstStyle/>
            <a:p>
              <a:pPr algn="ctr" defTabSz="865166">
                <a:lnSpc>
                  <a:spcPct val="95000"/>
                </a:lnSpc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ea typeface="ＭＳ Ｐゴシック" pitchFamily="50" charset="-128"/>
                </a:rPr>
                <a:t>Platform / Tech</a:t>
              </a:r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55D85963-2F41-5A81-BDA3-84008868C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1079" y="1250890"/>
              <a:ext cx="1554480" cy="91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1440" tIns="91440" rIns="91440" bIns="91440" anchor="ctr"/>
            <a:lstStyle/>
            <a:p>
              <a:pPr algn="ctr" defTabSz="865166">
                <a:lnSpc>
                  <a:spcPct val="95000"/>
                </a:lnSpc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ea typeface="ＭＳ Ｐゴシック" pitchFamily="50" charset="-128"/>
                </a:rPr>
                <a:t>Build Brand</a:t>
              </a:r>
            </a:p>
          </p:txBody>
        </p:sp>
        <p:cxnSp>
          <p:nvCxnSpPr>
            <p:cNvPr id="51" name="AutoShape 22">
              <a:extLst>
                <a:ext uri="{FF2B5EF4-FFF2-40B4-BE49-F238E27FC236}">
                  <a16:creationId xmlns:a16="http://schemas.microsoft.com/office/drawing/2014/main" id="{A2765C47-1821-9143-5CA0-9784C71DE132}"/>
                </a:ext>
              </a:extLst>
            </p:cNvPr>
            <p:cNvCxnSpPr>
              <a:cxnSpLocks noChangeShapeType="1"/>
              <a:stCxn id="45" idx="0"/>
              <a:endCxn id="46" idx="1"/>
            </p:cNvCxnSpPr>
            <p:nvPr/>
          </p:nvCxnSpPr>
          <p:spPr bwMode="auto">
            <a:xfrm rot="5400000" flipH="1" flipV="1">
              <a:off x="1190760" y="4508718"/>
              <a:ext cx="301324" cy="946481"/>
            </a:xfrm>
            <a:prstGeom prst="bentConnector2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2" name="AutoShape 23">
              <a:extLst>
                <a:ext uri="{FF2B5EF4-FFF2-40B4-BE49-F238E27FC236}">
                  <a16:creationId xmlns:a16="http://schemas.microsoft.com/office/drawing/2014/main" id="{BD7D5434-7761-2D85-C025-F49026F5C9AF}"/>
                </a:ext>
              </a:extLst>
            </p:cNvPr>
            <p:cNvCxnSpPr>
              <a:cxnSpLocks noChangeShapeType="1"/>
              <a:stCxn id="46" idx="0"/>
              <a:endCxn id="47" idx="1"/>
            </p:cNvCxnSpPr>
            <p:nvPr/>
          </p:nvCxnSpPr>
          <p:spPr bwMode="auto">
            <a:xfrm rot="5400000" flipH="1" flipV="1">
              <a:off x="2903741" y="3765134"/>
              <a:ext cx="297124" cy="920800"/>
            </a:xfrm>
            <a:prstGeom prst="bentConnector2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3" name="AutoShape 24">
              <a:extLst>
                <a:ext uri="{FF2B5EF4-FFF2-40B4-BE49-F238E27FC236}">
                  <a16:creationId xmlns:a16="http://schemas.microsoft.com/office/drawing/2014/main" id="{9DB062E7-7F00-D9C8-01D0-11198C851D82}"/>
                </a:ext>
              </a:extLst>
            </p:cNvPr>
            <p:cNvCxnSpPr>
              <a:cxnSpLocks noChangeShapeType="1"/>
              <a:stCxn id="47" idx="0"/>
              <a:endCxn id="48" idx="1"/>
            </p:cNvCxnSpPr>
            <p:nvPr/>
          </p:nvCxnSpPr>
          <p:spPr bwMode="auto">
            <a:xfrm rot="5400000" flipH="1" flipV="1">
              <a:off x="4603621" y="2975878"/>
              <a:ext cx="330217" cy="957572"/>
            </a:xfrm>
            <a:prstGeom prst="bentConnector2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4" name="AutoShape 25">
              <a:extLst>
                <a:ext uri="{FF2B5EF4-FFF2-40B4-BE49-F238E27FC236}">
                  <a16:creationId xmlns:a16="http://schemas.microsoft.com/office/drawing/2014/main" id="{6221F4D3-B43C-8EA2-80A2-0BA0E8998116}"/>
                </a:ext>
              </a:extLst>
            </p:cNvPr>
            <p:cNvCxnSpPr>
              <a:cxnSpLocks noChangeShapeType="1"/>
              <a:stCxn id="48" idx="0"/>
              <a:endCxn id="49" idx="1"/>
            </p:cNvCxnSpPr>
            <p:nvPr/>
          </p:nvCxnSpPr>
          <p:spPr bwMode="auto">
            <a:xfrm rot="5400000" flipH="1" flipV="1">
              <a:off x="6352161" y="2175167"/>
              <a:ext cx="329783" cy="984595"/>
            </a:xfrm>
            <a:prstGeom prst="bentConnector2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5" name="AutoShape 26">
              <a:extLst>
                <a:ext uri="{FF2B5EF4-FFF2-40B4-BE49-F238E27FC236}">
                  <a16:creationId xmlns:a16="http://schemas.microsoft.com/office/drawing/2014/main" id="{8D5737F0-86E7-7BA2-A35E-27E46998C23E}"/>
                </a:ext>
              </a:extLst>
            </p:cNvPr>
            <p:cNvCxnSpPr>
              <a:cxnSpLocks noChangeShapeType="1"/>
              <a:stCxn id="49" idx="0"/>
              <a:endCxn id="50" idx="1"/>
            </p:cNvCxnSpPr>
            <p:nvPr/>
          </p:nvCxnSpPr>
          <p:spPr bwMode="auto">
            <a:xfrm rot="5400000" flipH="1" flipV="1">
              <a:off x="8105193" y="1389487"/>
              <a:ext cx="337282" cy="974489"/>
            </a:xfrm>
            <a:prstGeom prst="bentConnector2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6E0889-3BC6-FEC4-E7F9-2A12E671C0FB}"/>
                </a:ext>
              </a:extLst>
            </p:cNvPr>
            <p:cNvSpPr txBox="1"/>
            <p:nvPr/>
          </p:nvSpPr>
          <p:spPr>
            <a:xfrm>
              <a:off x="90942" y="6115717"/>
              <a:ext cx="1554480" cy="6463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spcBef>
                  <a:spcPts val="600"/>
                </a:spcBef>
                <a:buSzPct val="25000"/>
              </a:pPr>
              <a:r>
                <a:rPr lang="en-US" sz="1400" dirty="0">
                  <a:latin typeface="Ubuntu" panose="020B0504030602030204" pitchFamily="34" charset="0"/>
                </a:rPr>
                <a:t>Move from Individual to Company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14B7C44-BA84-529B-082B-E2B7E5ED059A}"/>
                </a:ext>
              </a:extLst>
            </p:cNvPr>
            <p:cNvSpPr txBox="1"/>
            <p:nvPr/>
          </p:nvSpPr>
          <p:spPr>
            <a:xfrm>
              <a:off x="1814662" y="5377772"/>
              <a:ext cx="1554480" cy="6463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buSzPct val="25000"/>
                <a:defRPr sz="1400">
                  <a:latin typeface="Ubuntu" panose="020B0504030602030204" pitchFamily="34" charset="0"/>
                </a:defRPr>
              </a:lvl1pPr>
            </a:lstStyle>
            <a:p>
              <a:r>
                <a:rPr lang="en-US" dirty="0"/>
                <a:t>Back Office, Mid Office, Front Office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96214B9-BDBD-3F3F-D891-6CBCEBD93AD5}"/>
                </a:ext>
              </a:extLst>
            </p:cNvPr>
            <p:cNvSpPr txBox="1"/>
            <p:nvPr/>
          </p:nvSpPr>
          <p:spPr>
            <a:xfrm>
              <a:off x="3512703" y="4623720"/>
              <a:ext cx="1554480" cy="107721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buSzPct val="25000"/>
                <a:defRPr sz="1400">
                  <a:latin typeface="Ubuntu" panose="020B0504030602030204" pitchFamily="34" charset="0"/>
                </a:defRPr>
              </a:lvl1pPr>
            </a:lstStyle>
            <a:p>
              <a:r>
                <a:rPr lang="en-US" dirty="0"/>
                <a:t>Recruitment, Compensation, Employee Benefits, Training &amp; Development 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95B08A5-2954-CEED-D245-2D1B66E19D81}"/>
                </a:ext>
              </a:extLst>
            </p:cNvPr>
            <p:cNvSpPr txBox="1"/>
            <p:nvPr/>
          </p:nvSpPr>
          <p:spPr>
            <a:xfrm>
              <a:off x="5247515" y="3858402"/>
              <a:ext cx="1554480" cy="6463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buSzPct val="25000"/>
                <a:defRPr sz="1400">
                  <a:latin typeface="Ubuntu" panose="020B0504030602030204" pitchFamily="34" charset="0"/>
                </a:defRPr>
              </a:lvl1pPr>
            </a:lstStyle>
            <a:p>
              <a:r>
                <a:rPr lang="en-US" dirty="0"/>
                <a:t>Research Application &amp; Team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568BCEA-7299-DFF3-473F-220FD3114639}"/>
                </a:ext>
              </a:extLst>
            </p:cNvPr>
            <p:cNvSpPr txBox="1"/>
            <p:nvPr/>
          </p:nvSpPr>
          <p:spPr>
            <a:xfrm>
              <a:off x="7009350" y="3086311"/>
              <a:ext cx="1554480" cy="6463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buSzPct val="25000"/>
                <a:defRPr sz="1400">
                  <a:latin typeface="Ubuntu" panose="020B0504030602030204" pitchFamily="34" charset="0"/>
                </a:defRPr>
              </a:lvl1pPr>
              <a:lvl2pPr lvl="1"/>
            </a:lstStyle>
            <a:p>
              <a:r>
                <a:rPr lang="en-US" dirty="0"/>
                <a:t>CRM, HR 360, Sales Force &amp; Execution platforms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3AAAB15-BF8E-B472-5E4B-79B91BE1001B}"/>
                </a:ext>
              </a:extLst>
            </p:cNvPr>
            <p:cNvSpPr txBox="1"/>
            <p:nvPr/>
          </p:nvSpPr>
          <p:spPr>
            <a:xfrm>
              <a:off x="8761079" y="2275679"/>
              <a:ext cx="1554480" cy="4308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buSzPct val="25000"/>
                <a:defRPr sz="1400">
                  <a:latin typeface="Ubuntu" panose="020B0504030602030204" pitchFamily="34" charset="0"/>
                </a:defRPr>
              </a:lvl1pPr>
              <a:lvl2pPr lvl="1"/>
            </a:lstStyle>
            <a:p>
              <a:r>
                <a:rPr lang="en-US" dirty="0"/>
                <a:t>Traditional &amp; Digital Marketing</a:t>
              </a:r>
            </a:p>
          </p:txBody>
        </p:sp>
        <p:sp>
          <p:nvSpPr>
            <p:cNvPr id="62" name="Rectangle 21">
              <a:extLst>
                <a:ext uri="{FF2B5EF4-FFF2-40B4-BE49-F238E27FC236}">
                  <a16:creationId xmlns:a16="http://schemas.microsoft.com/office/drawing/2014/main" id="{1DEC8141-E2C0-5F1B-357A-5B5BB6A82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2848" y="560049"/>
              <a:ext cx="1554480" cy="91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91440" tIns="91440" rIns="91440" bIns="91440" anchor="ctr"/>
            <a:lstStyle/>
            <a:p>
              <a:pPr algn="ctr" defTabSz="865166">
                <a:lnSpc>
                  <a:spcPct val="95000"/>
                </a:lnSpc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Ubuntu" panose="020B0504030602030204" pitchFamily="34" charset="0"/>
                  <a:ea typeface="ＭＳ Ｐゴシック" pitchFamily="50" charset="-128"/>
                </a:rPr>
                <a:t>Up Skill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74E2C8F-7678-A495-1362-6CD5FE8B6F4F}"/>
                </a:ext>
              </a:extLst>
            </p:cNvPr>
            <p:cNvSpPr txBox="1"/>
            <p:nvPr/>
          </p:nvSpPr>
          <p:spPr>
            <a:xfrm>
              <a:off x="10472848" y="1549274"/>
              <a:ext cx="1554480" cy="86177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600"/>
                </a:spcBef>
                <a:buSzPct val="25000"/>
                <a:defRPr sz="1400">
                  <a:latin typeface="Ubuntu" panose="020B0504030602030204" pitchFamily="34" charset="0"/>
                </a:defRPr>
              </a:lvl1pPr>
              <a:lvl2pPr lvl="1"/>
            </a:lstStyle>
            <a:p>
              <a:r>
                <a:rPr lang="en-US" dirty="0"/>
                <a:t>Technical Skills, Soft Skills &amp; Customer Excellence</a:t>
              </a:r>
            </a:p>
          </p:txBody>
        </p:sp>
        <p:cxnSp>
          <p:nvCxnSpPr>
            <p:cNvPr id="64" name="AutoShape 26">
              <a:extLst>
                <a:ext uri="{FF2B5EF4-FFF2-40B4-BE49-F238E27FC236}">
                  <a16:creationId xmlns:a16="http://schemas.microsoft.com/office/drawing/2014/main" id="{3B3329C8-FBB7-4B95-C3B4-08C26888E2E9}"/>
                </a:ext>
              </a:extLst>
            </p:cNvPr>
            <p:cNvCxnSpPr>
              <a:cxnSpLocks noChangeShapeType="1"/>
              <a:stCxn id="50" idx="0"/>
              <a:endCxn id="62" idx="1"/>
            </p:cNvCxnSpPr>
            <p:nvPr/>
          </p:nvCxnSpPr>
          <p:spPr bwMode="auto">
            <a:xfrm rot="5400000" flipH="1" flipV="1">
              <a:off x="9888763" y="666806"/>
              <a:ext cx="233641" cy="934529"/>
            </a:xfrm>
            <a:prstGeom prst="bentConnector2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</p:spPr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E5231F5C-0C21-E942-AD20-00CB39C2EFA8}"/>
              </a:ext>
            </a:extLst>
          </p:cNvPr>
          <p:cNvSpPr txBox="1"/>
          <p:nvPr/>
        </p:nvSpPr>
        <p:spPr>
          <a:xfrm>
            <a:off x="7575308" y="5410035"/>
            <a:ext cx="4297261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67" b="1" dirty="0">
                <a:solidFill>
                  <a:schemeClr val="bg1"/>
                </a:solidFill>
                <a:latin typeface="Ubuntu" panose="020B0504030602030204" pitchFamily="34" charset="0"/>
              </a:rPr>
              <a:t>Steps to Investing in Infrastructure</a:t>
            </a:r>
            <a:endParaRPr lang="en-US" sz="1867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655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8383621" y="4391377"/>
            <a:ext cx="20116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Move FD Allocation to Debt Funds</a:t>
            </a:r>
          </a:p>
        </p:txBody>
      </p:sp>
      <p:sp>
        <p:nvSpPr>
          <p:cNvPr id="43" name="Freeform 42"/>
          <p:cNvSpPr/>
          <p:nvPr/>
        </p:nvSpPr>
        <p:spPr bwMode="gray">
          <a:xfrm flipH="1">
            <a:off x="7792841" y="4229205"/>
            <a:ext cx="2355361" cy="731520"/>
          </a:xfrm>
          <a:custGeom>
            <a:avLst/>
            <a:gdLst>
              <a:gd name="connsiteX0" fmla="*/ 2692400 w 2692400"/>
              <a:gd name="connsiteY0" fmla="*/ 0 h 1276350"/>
              <a:gd name="connsiteX1" fmla="*/ 2044700 w 2692400"/>
              <a:gd name="connsiteY1" fmla="*/ 1276350 h 1276350"/>
              <a:gd name="connsiteX2" fmla="*/ 0 w 2692400"/>
              <a:gd name="connsiteY2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2400" h="1276350">
                <a:moveTo>
                  <a:pt x="2692400" y="0"/>
                </a:moveTo>
                <a:lnTo>
                  <a:pt x="2044700" y="1276350"/>
                </a:lnTo>
                <a:lnTo>
                  <a:pt x="0" y="1276350"/>
                </a:lnTo>
              </a:path>
            </a:pathLst>
          </a:custGeom>
          <a:noFill/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 43"/>
          <p:cNvSpPr/>
          <p:nvPr/>
        </p:nvSpPr>
        <p:spPr bwMode="gray">
          <a:xfrm>
            <a:off x="1755447" y="4129578"/>
            <a:ext cx="2692400" cy="731520"/>
          </a:xfrm>
          <a:custGeom>
            <a:avLst/>
            <a:gdLst>
              <a:gd name="connsiteX0" fmla="*/ 2692400 w 2692400"/>
              <a:gd name="connsiteY0" fmla="*/ 0 h 1276350"/>
              <a:gd name="connsiteX1" fmla="*/ 2044700 w 2692400"/>
              <a:gd name="connsiteY1" fmla="*/ 1276350 h 1276350"/>
              <a:gd name="connsiteX2" fmla="*/ 0 w 2692400"/>
              <a:gd name="connsiteY2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2400" h="1276350">
                <a:moveTo>
                  <a:pt x="2692400" y="0"/>
                </a:moveTo>
                <a:lnTo>
                  <a:pt x="2044700" y="1276350"/>
                </a:lnTo>
                <a:lnTo>
                  <a:pt x="0" y="1276350"/>
                </a:lnTo>
              </a:path>
            </a:pathLst>
          </a:custGeom>
          <a:noFill/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 48"/>
          <p:cNvSpPr/>
          <p:nvPr/>
        </p:nvSpPr>
        <p:spPr bwMode="gray">
          <a:xfrm flipH="1">
            <a:off x="4845551" y="5447749"/>
            <a:ext cx="1601618" cy="674133"/>
          </a:xfrm>
          <a:custGeom>
            <a:avLst/>
            <a:gdLst>
              <a:gd name="connsiteX0" fmla="*/ 0 w 2241550"/>
              <a:gd name="connsiteY0" fmla="*/ 0 h 819150"/>
              <a:gd name="connsiteX1" fmla="*/ 165100 w 2241550"/>
              <a:gd name="connsiteY1" fmla="*/ 819150 h 819150"/>
              <a:gd name="connsiteX2" fmla="*/ 2241550 w 2241550"/>
              <a:gd name="connsiteY2" fmla="*/ 819150 h 8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1550" h="819150">
                <a:moveTo>
                  <a:pt x="0" y="0"/>
                </a:moveTo>
                <a:lnTo>
                  <a:pt x="165100" y="819150"/>
                </a:lnTo>
                <a:lnTo>
                  <a:pt x="2241550" y="819150"/>
                </a:lnTo>
              </a:path>
            </a:pathLst>
          </a:custGeom>
          <a:noFill/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 51"/>
          <p:cNvSpPr/>
          <p:nvPr/>
        </p:nvSpPr>
        <p:spPr bwMode="gray">
          <a:xfrm flipV="1">
            <a:off x="1781279" y="1708075"/>
            <a:ext cx="2904549" cy="731520"/>
          </a:xfrm>
          <a:custGeom>
            <a:avLst/>
            <a:gdLst>
              <a:gd name="connsiteX0" fmla="*/ 2692400 w 2692400"/>
              <a:gd name="connsiteY0" fmla="*/ 0 h 1276350"/>
              <a:gd name="connsiteX1" fmla="*/ 2044700 w 2692400"/>
              <a:gd name="connsiteY1" fmla="*/ 1276350 h 1276350"/>
              <a:gd name="connsiteX2" fmla="*/ 0 w 2692400"/>
              <a:gd name="connsiteY2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2400" h="1276350">
                <a:moveTo>
                  <a:pt x="2692400" y="0"/>
                </a:moveTo>
                <a:lnTo>
                  <a:pt x="2044700" y="1276350"/>
                </a:lnTo>
                <a:lnTo>
                  <a:pt x="0" y="1276350"/>
                </a:lnTo>
              </a:path>
            </a:pathLst>
          </a:custGeom>
          <a:noFill/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5" name="Freeform 54"/>
          <p:cNvSpPr/>
          <p:nvPr/>
        </p:nvSpPr>
        <p:spPr bwMode="gray">
          <a:xfrm flipH="1" flipV="1">
            <a:off x="7455802" y="1979750"/>
            <a:ext cx="2355362" cy="492444"/>
          </a:xfrm>
          <a:custGeom>
            <a:avLst/>
            <a:gdLst>
              <a:gd name="connsiteX0" fmla="*/ 2692400 w 2692400"/>
              <a:gd name="connsiteY0" fmla="*/ 0 h 1276350"/>
              <a:gd name="connsiteX1" fmla="*/ 2044700 w 2692400"/>
              <a:gd name="connsiteY1" fmla="*/ 1276350 h 1276350"/>
              <a:gd name="connsiteX2" fmla="*/ 0 w 2692400"/>
              <a:gd name="connsiteY2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2400" h="1276350">
                <a:moveTo>
                  <a:pt x="2692400" y="0"/>
                </a:moveTo>
                <a:lnTo>
                  <a:pt x="2044700" y="1276350"/>
                </a:lnTo>
                <a:lnTo>
                  <a:pt x="0" y="1276350"/>
                </a:lnTo>
              </a:path>
            </a:pathLst>
          </a:custGeom>
          <a:noFill/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/>
          <p:cNvSpPr/>
          <p:nvPr/>
        </p:nvSpPr>
        <p:spPr bwMode="gray">
          <a:xfrm flipV="1">
            <a:off x="5742189" y="831776"/>
            <a:ext cx="2731372" cy="989358"/>
          </a:xfrm>
          <a:custGeom>
            <a:avLst/>
            <a:gdLst>
              <a:gd name="connsiteX0" fmla="*/ 0 w 2241550"/>
              <a:gd name="connsiteY0" fmla="*/ 0 h 819150"/>
              <a:gd name="connsiteX1" fmla="*/ 165100 w 2241550"/>
              <a:gd name="connsiteY1" fmla="*/ 819150 h 819150"/>
              <a:gd name="connsiteX2" fmla="*/ 2241550 w 2241550"/>
              <a:gd name="connsiteY2" fmla="*/ 819150 h 8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1550" h="819150">
                <a:moveTo>
                  <a:pt x="0" y="0"/>
                </a:moveTo>
                <a:lnTo>
                  <a:pt x="165100" y="819150"/>
                </a:lnTo>
                <a:lnTo>
                  <a:pt x="2241550" y="819150"/>
                </a:lnTo>
              </a:path>
            </a:pathLst>
          </a:custGeom>
          <a:noFill/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DE305E-F94C-40BC-F5E1-C9B32507A570}"/>
              </a:ext>
            </a:extLst>
          </p:cNvPr>
          <p:cNvSpPr/>
          <p:nvPr/>
        </p:nvSpPr>
        <p:spPr>
          <a:xfrm>
            <a:off x="8229334" y="2049571"/>
            <a:ext cx="20116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Core &amp; Satellite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E07682-8961-E8BA-C2F8-68FC3AE793FA}"/>
              </a:ext>
            </a:extLst>
          </p:cNvPr>
          <p:cNvSpPr/>
          <p:nvPr/>
        </p:nvSpPr>
        <p:spPr>
          <a:xfrm>
            <a:off x="1781279" y="3600525"/>
            <a:ext cx="201168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Model Based Asset Allocation</a:t>
            </a:r>
          </a:p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Passive</a:t>
            </a:r>
          </a:p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Asset Allocation through SIP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A82ADF-1A18-1597-DFCA-A514FC82F6F2}"/>
              </a:ext>
            </a:extLst>
          </p:cNvPr>
          <p:cNvSpPr/>
          <p:nvPr/>
        </p:nvSpPr>
        <p:spPr>
          <a:xfrm>
            <a:off x="1781279" y="1788426"/>
            <a:ext cx="2377991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Investment purpose Statement </a:t>
            </a:r>
          </a:p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Calendarized Meetings &amp; Portfolio Review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2889FD4-BCD8-1C80-316C-9DF204EC3FE6}"/>
              </a:ext>
            </a:extLst>
          </p:cNvPr>
          <p:cNvGrpSpPr/>
          <p:nvPr/>
        </p:nvGrpSpPr>
        <p:grpSpPr>
          <a:xfrm>
            <a:off x="4378091" y="1803400"/>
            <a:ext cx="3442534" cy="3645966"/>
            <a:chOff x="4654168" y="2173772"/>
            <a:chExt cx="2890388" cy="2905222"/>
          </a:xfrm>
        </p:grpSpPr>
        <p:sp>
          <p:nvSpPr>
            <p:cNvPr id="24" name="Hexagon 23"/>
            <p:cNvSpPr/>
            <p:nvPr/>
          </p:nvSpPr>
          <p:spPr bwMode="gray">
            <a:xfrm>
              <a:off x="5555611" y="3157632"/>
              <a:ext cx="1087502" cy="937501"/>
            </a:xfrm>
            <a:prstGeom prst="hexagon">
              <a:avLst/>
            </a:prstGeom>
            <a:solidFill>
              <a:srgbClr val="C0000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5" name="Hexagon 24"/>
            <p:cNvSpPr/>
            <p:nvPr/>
          </p:nvSpPr>
          <p:spPr bwMode="gray">
            <a:xfrm>
              <a:off x="5555611" y="2173772"/>
              <a:ext cx="1087502" cy="937501"/>
            </a:xfrm>
            <a:prstGeom prst="hexagon">
              <a:avLst/>
            </a:prstGeom>
            <a:solidFill>
              <a:srgbClr val="56565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Hexagon 35"/>
            <p:cNvSpPr/>
            <p:nvPr/>
          </p:nvSpPr>
          <p:spPr bwMode="gray">
            <a:xfrm>
              <a:off x="5555611" y="4141493"/>
              <a:ext cx="1087502" cy="937501"/>
            </a:xfrm>
            <a:prstGeom prst="hexagon">
              <a:avLst/>
            </a:prstGeom>
            <a:solidFill>
              <a:srgbClr val="56565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7" name="Hexagon 36"/>
            <p:cNvSpPr/>
            <p:nvPr/>
          </p:nvSpPr>
          <p:spPr bwMode="gray">
            <a:xfrm>
              <a:off x="6457054" y="3646987"/>
              <a:ext cx="1087502" cy="937501"/>
            </a:xfrm>
            <a:prstGeom prst="hexagon">
              <a:avLst/>
            </a:prstGeom>
            <a:solidFill>
              <a:srgbClr val="56565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8" name="Hexagon 37"/>
            <p:cNvSpPr/>
            <p:nvPr/>
          </p:nvSpPr>
          <p:spPr bwMode="gray">
            <a:xfrm>
              <a:off x="6457054" y="2668278"/>
              <a:ext cx="1087502" cy="937501"/>
            </a:xfrm>
            <a:prstGeom prst="hexagon">
              <a:avLst/>
            </a:prstGeom>
            <a:solidFill>
              <a:srgbClr val="56565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9" name="Hexagon 38"/>
            <p:cNvSpPr/>
            <p:nvPr/>
          </p:nvSpPr>
          <p:spPr bwMode="gray">
            <a:xfrm>
              <a:off x="4654168" y="3646987"/>
              <a:ext cx="1087502" cy="937501"/>
            </a:xfrm>
            <a:prstGeom prst="hexagon">
              <a:avLst/>
            </a:prstGeom>
            <a:solidFill>
              <a:srgbClr val="56565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0" name="Hexagon 39"/>
            <p:cNvSpPr/>
            <p:nvPr/>
          </p:nvSpPr>
          <p:spPr bwMode="gray">
            <a:xfrm>
              <a:off x="4654168" y="2668278"/>
              <a:ext cx="1087502" cy="937501"/>
            </a:xfrm>
            <a:prstGeom prst="hexagon">
              <a:avLst/>
            </a:prstGeom>
            <a:solidFill>
              <a:srgbClr val="56565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algn="ctr"/>
              <a:endParaRPr lang="en-US" sz="1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2" name="Freeform 516"/>
            <p:cNvSpPr>
              <a:spLocks noChangeAspect="1" noEditPoints="1"/>
            </p:cNvSpPr>
            <p:nvPr/>
          </p:nvSpPr>
          <p:spPr bwMode="auto">
            <a:xfrm>
              <a:off x="5763894" y="2331239"/>
              <a:ext cx="678470" cy="676481"/>
            </a:xfrm>
            <a:custGeom>
              <a:avLst/>
              <a:gdLst>
                <a:gd name="T0" fmla="*/ 141 w 512"/>
                <a:gd name="T1" fmla="*/ 138 h 512"/>
                <a:gd name="T2" fmla="*/ 203 w 512"/>
                <a:gd name="T3" fmla="*/ 213 h 512"/>
                <a:gd name="T4" fmla="*/ 245 w 512"/>
                <a:gd name="T5" fmla="*/ 309 h 512"/>
                <a:gd name="T6" fmla="*/ 266 w 512"/>
                <a:gd name="T7" fmla="*/ 266 h 512"/>
                <a:gd name="T8" fmla="*/ 245 w 512"/>
                <a:gd name="T9" fmla="*/ 309 h 512"/>
                <a:gd name="T10" fmla="*/ 224 w 512"/>
                <a:gd name="T11" fmla="*/ 330 h 512"/>
                <a:gd name="T12" fmla="*/ 139 w 512"/>
                <a:gd name="T13" fmla="*/ 234 h 512"/>
                <a:gd name="T14" fmla="*/ 170 w 512"/>
                <a:gd name="T15" fmla="*/ 373 h 512"/>
                <a:gd name="T16" fmla="*/ 213 w 512"/>
                <a:gd name="T17" fmla="*/ 352 h 512"/>
                <a:gd name="T18" fmla="*/ 170 w 512"/>
                <a:gd name="T19" fmla="*/ 373 h 512"/>
                <a:gd name="T20" fmla="*/ 341 w 512"/>
                <a:gd name="T21" fmla="*/ 373 h 512"/>
                <a:gd name="T22" fmla="*/ 298 w 512"/>
                <a:gd name="T23" fmla="*/ 352 h 512"/>
                <a:gd name="T24" fmla="*/ 512 w 512"/>
                <a:gd name="T25" fmla="*/ 256 h 512"/>
                <a:gd name="T26" fmla="*/ 0 w 512"/>
                <a:gd name="T27" fmla="*/ 256 h 512"/>
                <a:gd name="T28" fmla="*/ 512 w 512"/>
                <a:gd name="T29" fmla="*/ 256 h 512"/>
                <a:gd name="T30" fmla="*/ 392 w 512"/>
                <a:gd name="T31" fmla="*/ 217 h 512"/>
                <a:gd name="T32" fmla="*/ 376 w 512"/>
                <a:gd name="T33" fmla="*/ 213 h 512"/>
                <a:gd name="T34" fmla="*/ 392 w 512"/>
                <a:gd name="T35" fmla="*/ 121 h 512"/>
                <a:gd name="T36" fmla="*/ 288 w 512"/>
                <a:gd name="T37" fmla="*/ 117 h 512"/>
                <a:gd name="T38" fmla="*/ 277 w 512"/>
                <a:gd name="T39" fmla="*/ 129 h 512"/>
                <a:gd name="T40" fmla="*/ 277 w 512"/>
                <a:gd name="T41" fmla="*/ 213 h 512"/>
                <a:gd name="T42" fmla="*/ 266 w 512"/>
                <a:gd name="T43" fmla="*/ 245 h 512"/>
                <a:gd name="T44" fmla="*/ 245 w 512"/>
                <a:gd name="T45" fmla="*/ 224 h 512"/>
                <a:gd name="T46" fmla="*/ 225 w 512"/>
                <a:gd name="T47" fmla="*/ 213 h 512"/>
                <a:gd name="T48" fmla="*/ 232 w 512"/>
                <a:gd name="T49" fmla="*/ 121 h 512"/>
                <a:gd name="T50" fmla="*/ 128 w 512"/>
                <a:gd name="T51" fmla="*/ 117 h 512"/>
                <a:gd name="T52" fmla="*/ 117 w 512"/>
                <a:gd name="T53" fmla="*/ 130 h 512"/>
                <a:gd name="T54" fmla="*/ 128 w 512"/>
                <a:gd name="T55" fmla="*/ 213 h 512"/>
                <a:gd name="T56" fmla="*/ 117 w 512"/>
                <a:gd name="T57" fmla="*/ 225 h 512"/>
                <a:gd name="T58" fmla="*/ 139 w 512"/>
                <a:gd name="T59" fmla="*/ 352 h 512"/>
                <a:gd name="T60" fmla="*/ 149 w 512"/>
                <a:gd name="T61" fmla="*/ 384 h 512"/>
                <a:gd name="T62" fmla="*/ 224 w 512"/>
                <a:gd name="T63" fmla="*/ 394 h 512"/>
                <a:gd name="T64" fmla="*/ 234 w 512"/>
                <a:gd name="T65" fmla="*/ 352 h 512"/>
                <a:gd name="T66" fmla="*/ 245 w 512"/>
                <a:gd name="T67" fmla="*/ 330 h 512"/>
                <a:gd name="T68" fmla="*/ 266 w 512"/>
                <a:gd name="T69" fmla="*/ 341 h 512"/>
                <a:gd name="T70" fmla="*/ 277 w 512"/>
                <a:gd name="T71" fmla="*/ 384 h 512"/>
                <a:gd name="T72" fmla="*/ 352 w 512"/>
                <a:gd name="T73" fmla="*/ 394 h 512"/>
                <a:gd name="T74" fmla="*/ 362 w 512"/>
                <a:gd name="T75" fmla="*/ 352 h 512"/>
                <a:gd name="T76" fmla="*/ 383 w 512"/>
                <a:gd name="T77" fmla="*/ 342 h 512"/>
                <a:gd name="T78" fmla="*/ 354 w 512"/>
                <a:gd name="T79" fmla="*/ 213 h 512"/>
                <a:gd name="T80" fmla="*/ 300 w 512"/>
                <a:gd name="T81" fmla="*/ 138 h 512"/>
                <a:gd name="T82" fmla="*/ 354 w 512"/>
                <a:gd name="T83" fmla="*/ 213 h 512"/>
                <a:gd name="T84" fmla="*/ 362 w 512"/>
                <a:gd name="T85" fmla="*/ 330 h 512"/>
                <a:gd name="T86" fmla="*/ 288 w 512"/>
                <a:gd name="T87" fmla="*/ 234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12" h="512">
                  <a:moveTo>
                    <a:pt x="158" y="213"/>
                  </a:moveTo>
                  <a:cubicBezTo>
                    <a:pt x="141" y="138"/>
                    <a:pt x="141" y="138"/>
                    <a:pt x="141" y="138"/>
                  </a:cubicBezTo>
                  <a:cubicBezTo>
                    <a:pt x="212" y="138"/>
                    <a:pt x="212" y="138"/>
                    <a:pt x="212" y="138"/>
                  </a:cubicBezTo>
                  <a:cubicBezTo>
                    <a:pt x="203" y="213"/>
                    <a:pt x="203" y="213"/>
                    <a:pt x="203" y="213"/>
                  </a:cubicBezTo>
                  <a:lnTo>
                    <a:pt x="158" y="213"/>
                  </a:lnTo>
                  <a:close/>
                  <a:moveTo>
                    <a:pt x="245" y="309"/>
                  </a:moveTo>
                  <a:cubicBezTo>
                    <a:pt x="266" y="309"/>
                    <a:pt x="266" y="309"/>
                    <a:pt x="266" y="309"/>
                  </a:cubicBezTo>
                  <a:cubicBezTo>
                    <a:pt x="266" y="266"/>
                    <a:pt x="266" y="266"/>
                    <a:pt x="266" y="266"/>
                  </a:cubicBezTo>
                  <a:cubicBezTo>
                    <a:pt x="245" y="266"/>
                    <a:pt x="245" y="266"/>
                    <a:pt x="245" y="266"/>
                  </a:cubicBezTo>
                  <a:lnTo>
                    <a:pt x="245" y="309"/>
                  </a:lnTo>
                  <a:close/>
                  <a:moveTo>
                    <a:pt x="149" y="330"/>
                  </a:moveTo>
                  <a:cubicBezTo>
                    <a:pt x="224" y="330"/>
                    <a:pt x="224" y="330"/>
                    <a:pt x="224" y="330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139" y="234"/>
                    <a:pt x="139" y="234"/>
                    <a:pt x="139" y="234"/>
                  </a:cubicBezTo>
                  <a:lnTo>
                    <a:pt x="149" y="330"/>
                  </a:lnTo>
                  <a:close/>
                  <a:moveTo>
                    <a:pt x="170" y="373"/>
                  </a:moveTo>
                  <a:cubicBezTo>
                    <a:pt x="213" y="373"/>
                    <a:pt x="213" y="373"/>
                    <a:pt x="213" y="373"/>
                  </a:cubicBezTo>
                  <a:cubicBezTo>
                    <a:pt x="213" y="352"/>
                    <a:pt x="213" y="352"/>
                    <a:pt x="213" y="352"/>
                  </a:cubicBezTo>
                  <a:cubicBezTo>
                    <a:pt x="170" y="352"/>
                    <a:pt x="170" y="352"/>
                    <a:pt x="170" y="352"/>
                  </a:cubicBezTo>
                  <a:lnTo>
                    <a:pt x="170" y="373"/>
                  </a:lnTo>
                  <a:close/>
                  <a:moveTo>
                    <a:pt x="298" y="373"/>
                  </a:moveTo>
                  <a:cubicBezTo>
                    <a:pt x="341" y="373"/>
                    <a:pt x="341" y="373"/>
                    <a:pt x="341" y="373"/>
                  </a:cubicBezTo>
                  <a:cubicBezTo>
                    <a:pt x="341" y="352"/>
                    <a:pt x="341" y="352"/>
                    <a:pt x="341" y="352"/>
                  </a:cubicBezTo>
                  <a:cubicBezTo>
                    <a:pt x="298" y="352"/>
                    <a:pt x="298" y="352"/>
                    <a:pt x="298" y="352"/>
                  </a:cubicBezTo>
                  <a:lnTo>
                    <a:pt x="298" y="373"/>
                  </a:lnTo>
                  <a:close/>
                  <a:moveTo>
                    <a:pt x="512" y="256"/>
                  </a:moveTo>
                  <a:cubicBezTo>
                    <a:pt x="512" y="397"/>
                    <a:pt x="397" y="512"/>
                    <a:pt x="256" y="512"/>
                  </a:cubicBezTo>
                  <a:cubicBezTo>
                    <a:pt x="114" y="512"/>
                    <a:pt x="0" y="397"/>
                    <a:pt x="0" y="256"/>
                  </a:cubicBezTo>
                  <a:cubicBezTo>
                    <a:pt x="0" y="114"/>
                    <a:pt x="114" y="0"/>
                    <a:pt x="256" y="0"/>
                  </a:cubicBezTo>
                  <a:cubicBezTo>
                    <a:pt x="397" y="0"/>
                    <a:pt x="512" y="114"/>
                    <a:pt x="512" y="256"/>
                  </a:cubicBezTo>
                  <a:close/>
                  <a:moveTo>
                    <a:pt x="394" y="225"/>
                  </a:moveTo>
                  <a:cubicBezTo>
                    <a:pt x="395" y="222"/>
                    <a:pt x="394" y="219"/>
                    <a:pt x="392" y="217"/>
                  </a:cubicBezTo>
                  <a:cubicBezTo>
                    <a:pt x="390" y="214"/>
                    <a:pt x="387" y="213"/>
                    <a:pt x="384" y="213"/>
                  </a:cubicBezTo>
                  <a:cubicBezTo>
                    <a:pt x="376" y="213"/>
                    <a:pt x="376" y="213"/>
                    <a:pt x="376" y="213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5" y="127"/>
                    <a:pt x="394" y="124"/>
                    <a:pt x="392" y="121"/>
                  </a:cubicBezTo>
                  <a:cubicBezTo>
                    <a:pt x="390" y="118"/>
                    <a:pt x="387" y="117"/>
                    <a:pt x="384" y="117"/>
                  </a:cubicBezTo>
                  <a:cubicBezTo>
                    <a:pt x="288" y="117"/>
                    <a:pt x="288" y="117"/>
                    <a:pt x="288" y="117"/>
                  </a:cubicBezTo>
                  <a:cubicBezTo>
                    <a:pt x="285" y="117"/>
                    <a:pt x="282" y="118"/>
                    <a:pt x="280" y="121"/>
                  </a:cubicBezTo>
                  <a:cubicBezTo>
                    <a:pt x="278" y="123"/>
                    <a:pt x="277" y="126"/>
                    <a:pt x="277" y="129"/>
                  </a:cubicBezTo>
                  <a:cubicBezTo>
                    <a:pt x="286" y="213"/>
                    <a:pt x="286" y="213"/>
                    <a:pt x="286" y="213"/>
                  </a:cubicBezTo>
                  <a:cubicBezTo>
                    <a:pt x="277" y="213"/>
                    <a:pt x="277" y="213"/>
                    <a:pt x="277" y="213"/>
                  </a:cubicBezTo>
                  <a:cubicBezTo>
                    <a:pt x="271" y="213"/>
                    <a:pt x="266" y="218"/>
                    <a:pt x="266" y="224"/>
                  </a:cubicBezTo>
                  <a:cubicBezTo>
                    <a:pt x="266" y="245"/>
                    <a:pt x="266" y="245"/>
                    <a:pt x="266" y="245"/>
                  </a:cubicBezTo>
                  <a:cubicBezTo>
                    <a:pt x="245" y="245"/>
                    <a:pt x="245" y="245"/>
                    <a:pt x="245" y="245"/>
                  </a:cubicBezTo>
                  <a:cubicBezTo>
                    <a:pt x="245" y="224"/>
                    <a:pt x="245" y="224"/>
                    <a:pt x="245" y="224"/>
                  </a:cubicBezTo>
                  <a:cubicBezTo>
                    <a:pt x="245" y="218"/>
                    <a:pt x="240" y="213"/>
                    <a:pt x="234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34" y="129"/>
                    <a:pt x="234" y="129"/>
                    <a:pt x="234" y="129"/>
                  </a:cubicBezTo>
                  <a:cubicBezTo>
                    <a:pt x="235" y="126"/>
                    <a:pt x="234" y="123"/>
                    <a:pt x="232" y="121"/>
                  </a:cubicBezTo>
                  <a:cubicBezTo>
                    <a:pt x="230" y="118"/>
                    <a:pt x="227" y="117"/>
                    <a:pt x="224" y="117"/>
                  </a:cubicBezTo>
                  <a:cubicBezTo>
                    <a:pt x="128" y="117"/>
                    <a:pt x="128" y="117"/>
                    <a:pt x="128" y="117"/>
                  </a:cubicBezTo>
                  <a:cubicBezTo>
                    <a:pt x="124" y="117"/>
                    <a:pt x="121" y="118"/>
                    <a:pt x="119" y="121"/>
                  </a:cubicBezTo>
                  <a:cubicBezTo>
                    <a:pt x="117" y="124"/>
                    <a:pt x="117" y="127"/>
                    <a:pt x="117" y="130"/>
                  </a:cubicBezTo>
                  <a:cubicBezTo>
                    <a:pt x="136" y="213"/>
                    <a:pt x="136" y="213"/>
                    <a:pt x="136" y="213"/>
                  </a:cubicBezTo>
                  <a:cubicBezTo>
                    <a:pt x="128" y="213"/>
                    <a:pt x="128" y="213"/>
                    <a:pt x="128" y="213"/>
                  </a:cubicBezTo>
                  <a:cubicBezTo>
                    <a:pt x="125" y="213"/>
                    <a:pt x="122" y="214"/>
                    <a:pt x="120" y="217"/>
                  </a:cubicBezTo>
                  <a:cubicBezTo>
                    <a:pt x="118" y="219"/>
                    <a:pt x="117" y="222"/>
                    <a:pt x="117" y="225"/>
                  </a:cubicBezTo>
                  <a:cubicBezTo>
                    <a:pt x="129" y="342"/>
                    <a:pt x="129" y="342"/>
                    <a:pt x="129" y="342"/>
                  </a:cubicBezTo>
                  <a:cubicBezTo>
                    <a:pt x="129" y="348"/>
                    <a:pt x="134" y="352"/>
                    <a:pt x="139" y="352"/>
                  </a:cubicBezTo>
                  <a:cubicBezTo>
                    <a:pt x="149" y="352"/>
                    <a:pt x="149" y="352"/>
                    <a:pt x="149" y="352"/>
                  </a:cubicBezTo>
                  <a:cubicBezTo>
                    <a:pt x="149" y="384"/>
                    <a:pt x="149" y="384"/>
                    <a:pt x="149" y="384"/>
                  </a:cubicBezTo>
                  <a:cubicBezTo>
                    <a:pt x="149" y="390"/>
                    <a:pt x="154" y="394"/>
                    <a:pt x="160" y="394"/>
                  </a:cubicBezTo>
                  <a:cubicBezTo>
                    <a:pt x="224" y="394"/>
                    <a:pt x="224" y="394"/>
                    <a:pt x="224" y="394"/>
                  </a:cubicBezTo>
                  <a:cubicBezTo>
                    <a:pt x="230" y="394"/>
                    <a:pt x="234" y="390"/>
                    <a:pt x="234" y="384"/>
                  </a:cubicBezTo>
                  <a:cubicBezTo>
                    <a:pt x="234" y="352"/>
                    <a:pt x="234" y="352"/>
                    <a:pt x="234" y="352"/>
                  </a:cubicBezTo>
                  <a:cubicBezTo>
                    <a:pt x="245" y="352"/>
                    <a:pt x="245" y="347"/>
                    <a:pt x="245" y="341"/>
                  </a:cubicBezTo>
                  <a:cubicBezTo>
                    <a:pt x="245" y="330"/>
                    <a:pt x="245" y="330"/>
                    <a:pt x="245" y="330"/>
                  </a:cubicBezTo>
                  <a:cubicBezTo>
                    <a:pt x="266" y="330"/>
                    <a:pt x="266" y="330"/>
                    <a:pt x="266" y="330"/>
                  </a:cubicBezTo>
                  <a:cubicBezTo>
                    <a:pt x="266" y="341"/>
                    <a:pt x="266" y="341"/>
                    <a:pt x="266" y="341"/>
                  </a:cubicBezTo>
                  <a:cubicBezTo>
                    <a:pt x="266" y="347"/>
                    <a:pt x="266" y="352"/>
                    <a:pt x="277" y="352"/>
                  </a:cubicBezTo>
                  <a:cubicBezTo>
                    <a:pt x="277" y="384"/>
                    <a:pt x="277" y="384"/>
                    <a:pt x="277" y="384"/>
                  </a:cubicBezTo>
                  <a:cubicBezTo>
                    <a:pt x="277" y="390"/>
                    <a:pt x="282" y="394"/>
                    <a:pt x="288" y="394"/>
                  </a:cubicBezTo>
                  <a:cubicBezTo>
                    <a:pt x="352" y="394"/>
                    <a:pt x="352" y="394"/>
                    <a:pt x="352" y="394"/>
                  </a:cubicBezTo>
                  <a:cubicBezTo>
                    <a:pt x="358" y="394"/>
                    <a:pt x="362" y="390"/>
                    <a:pt x="362" y="384"/>
                  </a:cubicBezTo>
                  <a:cubicBezTo>
                    <a:pt x="362" y="352"/>
                    <a:pt x="362" y="352"/>
                    <a:pt x="362" y="352"/>
                  </a:cubicBezTo>
                  <a:cubicBezTo>
                    <a:pt x="372" y="352"/>
                    <a:pt x="372" y="352"/>
                    <a:pt x="372" y="352"/>
                  </a:cubicBezTo>
                  <a:cubicBezTo>
                    <a:pt x="377" y="352"/>
                    <a:pt x="382" y="348"/>
                    <a:pt x="383" y="342"/>
                  </a:cubicBezTo>
                  <a:lnTo>
                    <a:pt x="394" y="225"/>
                  </a:lnTo>
                  <a:close/>
                  <a:moveTo>
                    <a:pt x="354" y="213"/>
                  </a:moveTo>
                  <a:cubicBezTo>
                    <a:pt x="370" y="138"/>
                    <a:pt x="370" y="138"/>
                    <a:pt x="370" y="138"/>
                  </a:cubicBezTo>
                  <a:cubicBezTo>
                    <a:pt x="300" y="138"/>
                    <a:pt x="300" y="138"/>
                    <a:pt x="300" y="138"/>
                  </a:cubicBezTo>
                  <a:cubicBezTo>
                    <a:pt x="308" y="213"/>
                    <a:pt x="308" y="213"/>
                    <a:pt x="308" y="213"/>
                  </a:cubicBezTo>
                  <a:lnTo>
                    <a:pt x="354" y="213"/>
                  </a:lnTo>
                  <a:close/>
                  <a:moveTo>
                    <a:pt x="288" y="330"/>
                  </a:moveTo>
                  <a:cubicBezTo>
                    <a:pt x="362" y="330"/>
                    <a:pt x="362" y="330"/>
                    <a:pt x="362" y="330"/>
                  </a:cubicBezTo>
                  <a:cubicBezTo>
                    <a:pt x="372" y="234"/>
                    <a:pt x="372" y="234"/>
                    <a:pt x="372" y="234"/>
                  </a:cubicBezTo>
                  <a:cubicBezTo>
                    <a:pt x="288" y="234"/>
                    <a:pt x="288" y="234"/>
                    <a:pt x="288" y="234"/>
                  </a:cubicBezTo>
                  <a:lnTo>
                    <a:pt x="288" y="3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grpSp>
          <p:nvGrpSpPr>
            <p:cNvPr id="13" name="Group 531">
              <a:extLst>
                <a:ext uri="{FF2B5EF4-FFF2-40B4-BE49-F238E27FC236}">
                  <a16:creationId xmlns:a16="http://schemas.microsoft.com/office/drawing/2014/main" id="{A5D6B838-1B9B-547C-AB17-1BB655E6C6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40210" y="3737932"/>
              <a:ext cx="640080" cy="640080"/>
              <a:chOff x="3061" y="1953"/>
              <a:chExt cx="340" cy="340"/>
            </a:xfrm>
            <a:solidFill>
              <a:schemeClr val="accent6"/>
            </a:solidFill>
          </p:grpSpPr>
          <p:sp>
            <p:nvSpPr>
              <p:cNvPr id="14" name="Freeform 532">
                <a:extLst>
                  <a:ext uri="{FF2B5EF4-FFF2-40B4-BE49-F238E27FC236}">
                    <a16:creationId xmlns:a16="http://schemas.microsoft.com/office/drawing/2014/main" id="{CE66AFF8-1EFF-555F-7AF5-C40B702127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1" y="1953"/>
                <a:ext cx="340" cy="340"/>
              </a:xfrm>
              <a:custGeom>
                <a:avLst/>
                <a:gdLst>
                  <a:gd name="T0" fmla="*/ 356 w 512"/>
                  <a:gd name="T1" fmla="*/ 352 h 512"/>
                  <a:gd name="T2" fmla="*/ 366 w 512"/>
                  <a:gd name="T3" fmla="*/ 373 h 512"/>
                  <a:gd name="T4" fmla="*/ 145 w 512"/>
                  <a:gd name="T5" fmla="*/ 373 h 512"/>
                  <a:gd name="T6" fmla="*/ 156 w 512"/>
                  <a:gd name="T7" fmla="*/ 352 h 512"/>
                  <a:gd name="T8" fmla="*/ 356 w 512"/>
                  <a:gd name="T9" fmla="*/ 352 h 512"/>
                  <a:gd name="T10" fmla="*/ 256 w 512"/>
                  <a:gd name="T11" fmla="*/ 118 h 512"/>
                  <a:gd name="T12" fmla="*/ 180 w 512"/>
                  <a:gd name="T13" fmla="*/ 160 h 512"/>
                  <a:gd name="T14" fmla="*/ 331 w 512"/>
                  <a:gd name="T15" fmla="*/ 160 h 512"/>
                  <a:gd name="T16" fmla="*/ 256 w 512"/>
                  <a:gd name="T17" fmla="*/ 118 h 512"/>
                  <a:gd name="T18" fmla="*/ 512 w 512"/>
                  <a:gd name="T19" fmla="*/ 256 h 512"/>
                  <a:gd name="T20" fmla="*/ 256 w 512"/>
                  <a:gd name="T21" fmla="*/ 512 h 512"/>
                  <a:gd name="T22" fmla="*/ 0 w 512"/>
                  <a:gd name="T23" fmla="*/ 256 h 512"/>
                  <a:gd name="T24" fmla="*/ 256 w 512"/>
                  <a:gd name="T25" fmla="*/ 0 h 512"/>
                  <a:gd name="T26" fmla="*/ 512 w 512"/>
                  <a:gd name="T27" fmla="*/ 256 h 512"/>
                  <a:gd name="T28" fmla="*/ 128 w 512"/>
                  <a:gd name="T29" fmla="*/ 173 h 512"/>
                  <a:gd name="T30" fmla="*/ 138 w 512"/>
                  <a:gd name="T31" fmla="*/ 181 h 512"/>
                  <a:gd name="T32" fmla="*/ 373 w 512"/>
                  <a:gd name="T33" fmla="*/ 181 h 512"/>
                  <a:gd name="T34" fmla="*/ 383 w 512"/>
                  <a:gd name="T35" fmla="*/ 173 h 512"/>
                  <a:gd name="T36" fmla="*/ 378 w 512"/>
                  <a:gd name="T37" fmla="*/ 161 h 512"/>
                  <a:gd name="T38" fmla="*/ 261 w 512"/>
                  <a:gd name="T39" fmla="*/ 97 h 512"/>
                  <a:gd name="T40" fmla="*/ 251 w 512"/>
                  <a:gd name="T41" fmla="*/ 97 h 512"/>
                  <a:gd name="T42" fmla="*/ 133 w 512"/>
                  <a:gd name="T43" fmla="*/ 161 h 512"/>
                  <a:gd name="T44" fmla="*/ 128 w 512"/>
                  <a:gd name="T45" fmla="*/ 173 h 512"/>
                  <a:gd name="T46" fmla="*/ 352 w 512"/>
                  <a:gd name="T47" fmla="*/ 202 h 512"/>
                  <a:gd name="T48" fmla="*/ 341 w 512"/>
                  <a:gd name="T49" fmla="*/ 213 h 512"/>
                  <a:gd name="T50" fmla="*/ 341 w 512"/>
                  <a:gd name="T51" fmla="*/ 298 h 512"/>
                  <a:gd name="T52" fmla="*/ 352 w 512"/>
                  <a:gd name="T53" fmla="*/ 309 h 512"/>
                  <a:gd name="T54" fmla="*/ 362 w 512"/>
                  <a:gd name="T55" fmla="*/ 298 h 512"/>
                  <a:gd name="T56" fmla="*/ 362 w 512"/>
                  <a:gd name="T57" fmla="*/ 213 h 512"/>
                  <a:gd name="T58" fmla="*/ 352 w 512"/>
                  <a:gd name="T59" fmla="*/ 202 h 512"/>
                  <a:gd name="T60" fmla="*/ 288 w 512"/>
                  <a:gd name="T61" fmla="*/ 202 h 512"/>
                  <a:gd name="T62" fmla="*/ 277 w 512"/>
                  <a:gd name="T63" fmla="*/ 213 h 512"/>
                  <a:gd name="T64" fmla="*/ 277 w 512"/>
                  <a:gd name="T65" fmla="*/ 298 h 512"/>
                  <a:gd name="T66" fmla="*/ 288 w 512"/>
                  <a:gd name="T67" fmla="*/ 309 h 512"/>
                  <a:gd name="T68" fmla="*/ 298 w 512"/>
                  <a:gd name="T69" fmla="*/ 298 h 512"/>
                  <a:gd name="T70" fmla="*/ 298 w 512"/>
                  <a:gd name="T71" fmla="*/ 213 h 512"/>
                  <a:gd name="T72" fmla="*/ 288 w 512"/>
                  <a:gd name="T73" fmla="*/ 202 h 512"/>
                  <a:gd name="T74" fmla="*/ 224 w 512"/>
                  <a:gd name="T75" fmla="*/ 202 h 512"/>
                  <a:gd name="T76" fmla="*/ 213 w 512"/>
                  <a:gd name="T77" fmla="*/ 213 h 512"/>
                  <a:gd name="T78" fmla="*/ 213 w 512"/>
                  <a:gd name="T79" fmla="*/ 298 h 512"/>
                  <a:gd name="T80" fmla="*/ 224 w 512"/>
                  <a:gd name="T81" fmla="*/ 309 h 512"/>
                  <a:gd name="T82" fmla="*/ 234 w 512"/>
                  <a:gd name="T83" fmla="*/ 298 h 512"/>
                  <a:gd name="T84" fmla="*/ 234 w 512"/>
                  <a:gd name="T85" fmla="*/ 213 h 512"/>
                  <a:gd name="T86" fmla="*/ 224 w 512"/>
                  <a:gd name="T87" fmla="*/ 202 h 512"/>
                  <a:gd name="T88" fmla="*/ 160 w 512"/>
                  <a:gd name="T89" fmla="*/ 202 h 512"/>
                  <a:gd name="T90" fmla="*/ 149 w 512"/>
                  <a:gd name="T91" fmla="*/ 213 h 512"/>
                  <a:gd name="T92" fmla="*/ 149 w 512"/>
                  <a:gd name="T93" fmla="*/ 298 h 512"/>
                  <a:gd name="T94" fmla="*/ 160 w 512"/>
                  <a:gd name="T95" fmla="*/ 309 h 512"/>
                  <a:gd name="T96" fmla="*/ 170 w 512"/>
                  <a:gd name="T97" fmla="*/ 298 h 512"/>
                  <a:gd name="T98" fmla="*/ 170 w 512"/>
                  <a:gd name="T99" fmla="*/ 213 h 512"/>
                  <a:gd name="T100" fmla="*/ 160 w 512"/>
                  <a:gd name="T101" fmla="*/ 202 h 512"/>
                  <a:gd name="T102" fmla="*/ 393 w 512"/>
                  <a:gd name="T103" fmla="*/ 379 h 512"/>
                  <a:gd name="T104" fmla="*/ 372 w 512"/>
                  <a:gd name="T105" fmla="*/ 336 h 512"/>
                  <a:gd name="T106" fmla="*/ 362 w 512"/>
                  <a:gd name="T107" fmla="*/ 330 h 512"/>
                  <a:gd name="T108" fmla="*/ 149 w 512"/>
                  <a:gd name="T109" fmla="*/ 330 h 512"/>
                  <a:gd name="T110" fmla="*/ 139 w 512"/>
                  <a:gd name="T111" fmla="*/ 336 h 512"/>
                  <a:gd name="T112" fmla="*/ 118 w 512"/>
                  <a:gd name="T113" fmla="*/ 379 h 512"/>
                  <a:gd name="T114" fmla="*/ 119 w 512"/>
                  <a:gd name="T115" fmla="*/ 389 h 512"/>
                  <a:gd name="T116" fmla="*/ 128 w 512"/>
                  <a:gd name="T117" fmla="*/ 394 h 512"/>
                  <a:gd name="T118" fmla="*/ 384 w 512"/>
                  <a:gd name="T119" fmla="*/ 394 h 512"/>
                  <a:gd name="T120" fmla="*/ 393 w 512"/>
                  <a:gd name="T121" fmla="*/ 389 h 512"/>
                  <a:gd name="T122" fmla="*/ 393 w 512"/>
                  <a:gd name="T123" fmla="*/ 379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12" h="512">
                    <a:moveTo>
                      <a:pt x="356" y="352"/>
                    </a:moveTo>
                    <a:cubicBezTo>
                      <a:pt x="366" y="373"/>
                      <a:pt x="366" y="373"/>
                      <a:pt x="366" y="373"/>
                    </a:cubicBezTo>
                    <a:cubicBezTo>
                      <a:pt x="145" y="373"/>
                      <a:pt x="145" y="373"/>
                      <a:pt x="145" y="373"/>
                    </a:cubicBezTo>
                    <a:cubicBezTo>
                      <a:pt x="156" y="352"/>
                      <a:pt x="156" y="352"/>
                      <a:pt x="156" y="352"/>
                    </a:cubicBezTo>
                    <a:lnTo>
                      <a:pt x="356" y="352"/>
                    </a:lnTo>
                    <a:close/>
                    <a:moveTo>
                      <a:pt x="256" y="118"/>
                    </a:moveTo>
                    <a:cubicBezTo>
                      <a:pt x="180" y="160"/>
                      <a:pt x="180" y="160"/>
                      <a:pt x="180" y="160"/>
                    </a:cubicBezTo>
                    <a:cubicBezTo>
                      <a:pt x="331" y="160"/>
                      <a:pt x="331" y="160"/>
                      <a:pt x="331" y="160"/>
                    </a:cubicBezTo>
                    <a:lnTo>
                      <a:pt x="256" y="118"/>
                    </a:lnTo>
                    <a:close/>
                    <a:moveTo>
                      <a:pt x="512" y="256"/>
                    </a:moveTo>
                    <a:cubicBezTo>
                      <a:pt x="512" y="397"/>
                      <a:pt x="397" y="512"/>
                      <a:pt x="256" y="512"/>
                    </a:cubicBezTo>
                    <a:cubicBezTo>
                      <a:pt x="114" y="512"/>
                      <a:pt x="0" y="397"/>
                      <a:pt x="0" y="256"/>
                    </a:cubicBezTo>
                    <a:cubicBezTo>
                      <a:pt x="0" y="114"/>
                      <a:pt x="114" y="0"/>
                      <a:pt x="256" y="0"/>
                    </a:cubicBezTo>
                    <a:cubicBezTo>
                      <a:pt x="397" y="0"/>
                      <a:pt x="512" y="114"/>
                      <a:pt x="512" y="256"/>
                    </a:cubicBezTo>
                    <a:close/>
                    <a:moveTo>
                      <a:pt x="128" y="173"/>
                    </a:moveTo>
                    <a:cubicBezTo>
                      <a:pt x="129" y="178"/>
                      <a:pt x="133" y="181"/>
                      <a:pt x="138" y="181"/>
                    </a:cubicBezTo>
                    <a:cubicBezTo>
                      <a:pt x="373" y="181"/>
                      <a:pt x="373" y="181"/>
                      <a:pt x="373" y="181"/>
                    </a:cubicBezTo>
                    <a:cubicBezTo>
                      <a:pt x="378" y="181"/>
                      <a:pt x="382" y="178"/>
                      <a:pt x="383" y="173"/>
                    </a:cubicBezTo>
                    <a:cubicBezTo>
                      <a:pt x="385" y="168"/>
                      <a:pt x="382" y="163"/>
                      <a:pt x="378" y="161"/>
                    </a:cubicBezTo>
                    <a:cubicBezTo>
                      <a:pt x="261" y="97"/>
                      <a:pt x="261" y="97"/>
                      <a:pt x="261" y="97"/>
                    </a:cubicBezTo>
                    <a:cubicBezTo>
                      <a:pt x="258" y="95"/>
                      <a:pt x="254" y="95"/>
                      <a:pt x="251" y="97"/>
                    </a:cubicBezTo>
                    <a:cubicBezTo>
                      <a:pt x="133" y="161"/>
                      <a:pt x="133" y="161"/>
                      <a:pt x="133" y="161"/>
                    </a:cubicBezTo>
                    <a:cubicBezTo>
                      <a:pt x="129" y="163"/>
                      <a:pt x="127" y="168"/>
                      <a:pt x="128" y="173"/>
                    </a:cubicBezTo>
                    <a:close/>
                    <a:moveTo>
                      <a:pt x="352" y="202"/>
                    </a:moveTo>
                    <a:cubicBezTo>
                      <a:pt x="346" y="202"/>
                      <a:pt x="341" y="207"/>
                      <a:pt x="341" y="213"/>
                    </a:cubicBezTo>
                    <a:cubicBezTo>
                      <a:pt x="341" y="298"/>
                      <a:pt x="341" y="298"/>
                      <a:pt x="341" y="298"/>
                    </a:cubicBezTo>
                    <a:cubicBezTo>
                      <a:pt x="341" y="304"/>
                      <a:pt x="346" y="309"/>
                      <a:pt x="352" y="309"/>
                    </a:cubicBezTo>
                    <a:cubicBezTo>
                      <a:pt x="358" y="309"/>
                      <a:pt x="362" y="304"/>
                      <a:pt x="362" y="298"/>
                    </a:cubicBezTo>
                    <a:cubicBezTo>
                      <a:pt x="362" y="213"/>
                      <a:pt x="362" y="213"/>
                      <a:pt x="362" y="213"/>
                    </a:cubicBezTo>
                    <a:cubicBezTo>
                      <a:pt x="362" y="207"/>
                      <a:pt x="358" y="202"/>
                      <a:pt x="352" y="202"/>
                    </a:cubicBezTo>
                    <a:close/>
                    <a:moveTo>
                      <a:pt x="288" y="202"/>
                    </a:moveTo>
                    <a:cubicBezTo>
                      <a:pt x="282" y="202"/>
                      <a:pt x="277" y="207"/>
                      <a:pt x="277" y="213"/>
                    </a:cubicBezTo>
                    <a:cubicBezTo>
                      <a:pt x="277" y="298"/>
                      <a:pt x="277" y="298"/>
                      <a:pt x="277" y="298"/>
                    </a:cubicBezTo>
                    <a:cubicBezTo>
                      <a:pt x="277" y="304"/>
                      <a:pt x="282" y="309"/>
                      <a:pt x="288" y="309"/>
                    </a:cubicBezTo>
                    <a:cubicBezTo>
                      <a:pt x="294" y="309"/>
                      <a:pt x="298" y="304"/>
                      <a:pt x="298" y="298"/>
                    </a:cubicBezTo>
                    <a:cubicBezTo>
                      <a:pt x="298" y="213"/>
                      <a:pt x="298" y="213"/>
                      <a:pt x="298" y="213"/>
                    </a:cubicBezTo>
                    <a:cubicBezTo>
                      <a:pt x="298" y="207"/>
                      <a:pt x="294" y="202"/>
                      <a:pt x="288" y="202"/>
                    </a:cubicBezTo>
                    <a:close/>
                    <a:moveTo>
                      <a:pt x="224" y="202"/>
                    </a:moveTo>
                    <a:cubicBezTo>
                      <a:pt x="218" y="202"/>
                      <a:pt x="213" y="207"/>
                      <a:pt x="213" y="213"/>
                    </a:cubicBezTo>
                    <a:cubicBezTo>
                      <a:pt x="213" y="298"/>
                      <a:pt x="213" y="298"/>
                      <a:pt x="213" y="298"/>
                    </a:cubicBezTo>
                    <a:cubicBezTo>
                      <a:pt x="213" y="304"/>
                      <a:pt x="218" y="309"/>
                      <a:pt x="224" y="309"/>
                    </a:cubicBezTo>
                    <a:cubicBezTo>
                      <a:pt x="230" y="309"/>
                      <a:pt x="234" y="304"/>
                      <a:pt x="234" y="298"/>
                    </a:cubicBezTo>
                    <a:cubicBezTo>
                      <a:pt x="234" y="213"/>
                      <a:pt x="234" y="213"/>
                      <a:pt x="234" y="213"/>
                    </a:cubicBezTo>
                    <a:cubicBezTo>
                      <a:pt x="234" y="207"/>
                      <a:pt x="230" y="202"/>
                      <a:pt x="224" y="202"/>
                    </a:cubicBezTo>
                    <a:close/>
                    <a:moveTo>
                      <a:pt x="160" y="202"/>
                    </a:moveTo>
                    <a:cubicBezTo>
                      <a:pt x="154" y="202"/>
                      <a:pt x="149" y="207"/>
                      <a:pt x="149" y="213"/>
                    </a:cubicBezTo>
                    <a:cubicBezTo>
                      <a:pt x="149" y="298"/>
                      <a:pt x="149" y="298"/>
                      <a:pt x="149" y="298"/>
                    </a:cubicBezTo>
                    <a:cubicBezTo>
                      <a:pt x="149" y="304"/>
                      <a:pt x="154" y="309"/>
                      <a:pt x="160" y="309"/>
                    </a:cubicBezTo>
                    <a:cubicBezTo>
                      <a:pt x="166" y="309"/>
                      <a:pt x="170" y="304"/>
                      <a:pt x="170" y="298"/>
                    </a:cubicBezTo>
                    <a:cubicBezTo>
                      <a:pt x="170" y="213"/>
                      <a:pt x="170" y="213"/>
                      <a:pt x="170" y="213"/>
                    </a:cubicBezTo>
                    <a:cubicBezTo>
                      <a:pt x="170" y="207"/>
                      <a:pt x="166" y="202"/>
                      <a:pt x="160" y="202"/>
                    </a:cubicBezTo>
                    <a:close/>
                    <a:moveTo>
                      <a:pt x="393" y="379"/>
                    </a:moveTo>
                    <a:cubicBezTo>
                      <a:pt x="372" y="336"/>
                      <a:pt x="372" y="336"/>
                      <a:pt x="372" y="336"/>
                    </a:cubicBezTo>
                    <a:cubicBezTo>
                      <a:pt x="370" y="333"/>
                      <a:pt x="366" y="330"/>
                      <a:pt x="362" y="330"/>
                    </a:cubicBezTo>
                    <a:cubicBezTo>
                      <a:pt x="149" y="330"/>
                      <a:pt x="149" y="330"/>
                      <a:pt x="149" y="330"/>
                    </a:cubicBezTo>
                    <a:cubicBezTo>
                      <a:pt x="145" y="330"/>
                      <a:pt x="141" y="333"/>
                      <a:pt x="139" y="336"/>
                    </a:cubicBezTo>
                    <a:cubicBezTo>
                      <a:pt x="118" y="379"/>
                      <a:pt x="118" y="379"/>
                      <a:pt x="118" y="379"/>
                    </a:cubicBezTo>
                    <a:cubicBezTo>
                      <a:pt x="116" y="382"/>
                      <a:pt x="117" y="386"/>
                      <a:pt x="119" y="389"/>
                    </a:cubicBezTo>
                    <a:cubicBezTo>
                      <a:pt x="121" y="392"/>
                      <a:pt x="124" y="394"/>
                      <a:pt x="128" y="394"/>
                    </a:cubicBezTo>
                    <a:cubicBezTo>
                      <a:pt x="384" y="394"/>
                      <a:pt x="384" y="394"/>
                      <a:pt x="384" y="394"/>
                    </a:cubicBezTo>
                    <a:cubicBezTo>
                      <a:pt x="387" y="394"/>
                      <a:pt x="391" y="392"/>
                      <a:pt x="393" y="389"/>
                    </a:cubicBezTo>
                    <a:cubicBezTo>
                      <a:pt x="395" y="386"/>
                      <a:pt x="395" y="382"/>
                      <a:pt x="393" y="3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  <p:sp>
            <p:nvSpPr>
              <p:cNvPr id="15" name="Freeform 533">
                <a:extLst>
                  <a:ext uri="{FF2B5EF4-FFF2-40B4-BE49-F238E27FC236}">
                    <a16:creationId xmlns:a16="http://schemas.microsoft.com/office/drawing/2014/main" id="{A125F170-13C3-02E7-79BE-6A09180F67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1" y="1953"/>
                <a:ext cx="340" cy="340"/>
              </a:xfrm>
              <a:custGeom>
                <a:avLst/>
                <a:gdLst>
                  <a:gd name="T0" fmla="*/ 356 w 512"/>
                  <a:gd name="T1" fmla="*/ 352 h 512"/>
                  <a:gd name="T2" fmla="*/ 366 w 512"/>
                  <a:gd name="T3" fmla="*/ 373 h 512"/>
                  <a:gd name="T4" fmla="*/ 145 w 512"/>
                  <a:gd name="T5" fmla="*/ 373 h 512"/>
                  <a:gd name="T6" fmla="*/ 156 w 512"/>
                  <a:gd name="T7" fmla="*/ 352 h 512"/>
                  <a:gd name="T8" fmla="*/ 356 w 512"/>
                  <a:gd name="T9" fmla="*/ 352 h 512"/>
                  <a:gd name="T10" fmla="*/ 256 w 512"/>
                  <a:gd name="T11" fmla="*/ 118 h 512"/>
                  <a:gd name="T12" fmla="*/ 180 w 512"/>
                  <a:gd name="T13" fmla="*/ 160 h 512"/>
                  <a:gd name="T14" fmla="*/ 331 w 512"/>
                  <a:gd name="T15" fmla="*/ 160 h 512"/>
                  <a:gd name="T16" fmla="*/ 256 w 512"/>
                  <a:gd name="T17" fmla="*/ 118 h 512"/>
                  <a:gd name="T18" fmla="*/ 512 w 512"/>
                  <a:gd name="T19" fmla="*/ 256 h 512"/>
                  <a:gd name="T20" fmla="*/ 256 w 512"/>
                  <a:gd name="T21" fmla="*/ 512 h 512"/>
                  <a:gd name="T22" fmla="*/ 0 w 512"/>
                  <a:gd name="T23" fmla="*/ 256 h 512"/>
                  <a:gd name="T24" fmla="*/ 256 w 512"/>
                  <a:gd name="T25" fmla="*/ 0 h 512"/>
                  <a:gd name="T26" fmla="*/ 512 w 512"/>
                  <a:gd name="T27" fmla="*/ 256 h 512"/>
                  <a:gd name="T28" fmla="*/ 128 w 512"/>
                  <a:gd name="T29" fmla="*/ 173 h 512"/>
                  <a:gd name="T30" fmla="*/ 138 w 512"/>
                  <a:gd name="T31" fmla="*/ 181 h 512"/>
                  <a:gd name="T32" fmla="*/ 373 w 512"/>
                  <a:gd name="T33" fmla="*/ 181 h 512"/>
                  <a:gd name="T34" fmla="*/ 383 w 512"/>
                  <a:gd name="T35" fmla="*/ 173 h 512"/>
                  <a:gd name="T36" fmla="*/ 378 w 512"/>
                  <a:gd name="T37" fmla="*/ 161 h 512"/>
                  <a:gd name="T38" fmla="*/ 261 w 512"/>
                  <a:gd name="T39" fmla="*/ 97 h 512"/>
                  <a:gd name="T40" fmla="*/ 251 w 512"/>
                  <a:gd name="T41" fmla="*/ 97 h 512"/>
                  <a:gd name="T42" fmla="*/ 133 w 512"/>
                  <a:gd name="T43" fmla="*/ 161 h 512"/>
                  <a:gd name="T44" fmla="*/ 128 w 512"/>
                  <a:gd name="T45" fmla="*/ 173 h 512"/>
                  <a:gd name="T46" fmla="*/ 352 w 512"/>
                  <a:gd name="T47" fmla="*/ 202 h 512"/>
                  <a:gd name="T48" fmla="*/ 341 w 512"/>
                  <a:gd name="T49" fmla="*/ 213 h 512"/>
                  <a:gd name="T50" fmla="*/ 341 w 512"/>
                  <a:gd name="T51" fmla="*/ 298 h 512"/>
                  <a:gd name="T52" fmla="*/ 352 w 512"/>
                  <a:gd name="T53" fmla="*/ 309 h 512"/>
                  <a:gd name="T54" fmla="*/ 362 w 512"/>
                  <a:gd name="T55" fmla="*/ 298 h 512"/>
                  <a:gd name="T56" fmla="*/ 362 w 512"/>
                  <a:gd name="T57" fmla="*/ 213 h 512"/>
                  <a:gd name="T58" fmla="*/ 352 w 512"/>
                  <a:gd name="T59" fmla="*/ 202 h 512"/>
                  <a:gd name="T60" fmla="*/ 288 w 512"/>
                  <a:gd name="T61" fmla="*/ 202 h 512"/>
                  <a:gd name="T62" fmla="*/ 277 w 512"/>
                  <a:gd name="T63" fmla="*/ 213 h 512"/>
                  <a:gd name="T64" fmla="*/ 277 w 512"/>
                  <a:gd name="T65" fmla="*/ 298 h 512"/>
                  <a:gd name="T66" fmla="*/ 288 w 512"/>
                  <a:gd name="T67" fmla="*/ 309 h 512"/>
                  <a:gd name="T68" fmla="*/ 298 w 512"/>
                  <a:gd name="T69" fmla="*/ 298 h 512"/>
                  <a:gd name="T70" fmla="*/ 298 w 512"/>
                  <a:gd name="T71" fmla="*/ 213 h 512"/>
                  <a:gd name="T72" fmla="*/ 288 w 512"/>
                  <a:gd name="T73" fmla="*/ 202 h 512"/>
                  <a:gd name="T74" fmla="*/ 224 w 512"/>
                  <a:gd name="T75" fmla="*/ 202 h 512"/>
                  <a:gd name="T76" fmla="*/ 213 w 512"/>
                  <a:gd name="T77" fmla="*/ 213 h 512"/>
                  <a:gd name="T78" fmla="*/ 213 w 512"/>
                  <a:gd name="T79" fmla="*/ 298 h 512"/>
                  <a:gd name="T80" fmla="*/ 224 w 512"/>
                  <a:gd name="T81" fmla="*/ 309 h 512"/>
                  <a:gd name="T82" fmla="*/ 234 w 512"/>
                  <a:gd name="T83" fmla="*/ 298 h 512"/>
                  <a:gd name="T84" fmla="*/ 234 w 512"/>
                  <a:gd name="T85" fmla="*/ 213 h 512"/>
                  <a:gd name="T86" fmla="*/ 224 w 512"/>
                  <a:gd name="T87" fmla="*/ 202 h 512"/>
                  <a:gd name="T88" fmla="*/ 160 w 512"/>
                  <a:gd name="T89" fmla="*/ 202 h 512"/>
                  <a:gd name="T90" fmla="*/ 149 w 512"/>
                  <a:gd name="T91" fmla="*/ 213 h 512"/>
                  <a:gd name="T92" fmla="*/ 149 w 512"/>
                  <a:gd name="T93" fmla="*/ 298 h 512"/>
                  <a:gd name="T94" fmla="*/ 160 w 512"/>
                  <a:gd name="T95" fmla="*/ 309 h 512"/>
                  <a:gd name="T96" fmla="*/ 170 w 512"/>
                  <a:gd name="T97" fmla="*/ 298 h 512"/>
                  <a:gd name="T98" fmla="*/ 170 w 512"/>
                  <a:gd name="T99" fmla="*/ 213 h 512"/>
                  <a:gd name="T100" fmla="*/ 160 w 512"/>
                  <a:gd name="T101" fmla="*/ 202 h 512"/>
                  <a:gd name="T102" fmla="*/ 393 w 512"/>
                  <a:gd name="T103" fmla="*/ 379 h 512"/>
                  <a:gd name="T104" fmla="*/ 372 w 512"/>
                  <a:gd name="T105" fmla="*/ 336 h 512"/>
                  <a:gd name="T106" fmla="*/ 362 w 512"/>
                  <a:gd name="T107" fmla="*/ 330 h 512"/>
                  <a:gd name="T108" fmla="*/ 149 w 512"/>
                  <a:gd name="T109" fmla="*/ 330 h 512"/>
                  <a:gd name="T110" fmla="*/ 139 w 512"/>
                  <a:gd name="T111" fmla="*/ 336 h 512"/>
                  <a:gd name="T112" fmla="*/ 118 w 512"/>
                  <a:gd name="T113" fmla="*/ 379 h 512"/>
                  <a:gd name="T114" fmla="*/ 119 w 512"/>
                  <a:gd name="T115" fmla="*/ 389 h 512"/>
                  <a:gd name="T116" fmla="*/ 128 w 512"/>
                  <a:gd name="T117" fmla="*/ 394 h 512"/>
                  <a:gd name="T118" fmla="*/ 384 w 512"/>
                  <a:gd name="T119" fmla="*/ 394 h 512"/>
                  <a:gd name="T120" fmla="*/ 393 w 512"/>
                  <a:gd name="T121" fmla="*/ 389 h 512"/>
                  <a:gd name="T122" fmla="*/ 393 w 512"/>
                  <a:gd name="T123" fmla="*/ 379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12" h="512">
                    <a:moveTo>
                      <a:pt x="356" y="352"/>
                    </a:moveTo>
                    <a:cubicBezTo>
                      <a:pt x="366" y="373"/>
                      <a:pt x="366" y="373"/>
                      <a:pt x="366" y="373"/>
                    </a:cubicBezTo>
                    <a:cubicBezTo>
                      <a:pt x="145" y="373"/>
                      <a:pt x="145" y="373"/>
                      <a:pt x="145" y="373"/>
                    </a:cubicBezTo>
                    <a:cubicBezTo>
                      <a:pt x="156" y="352"/>
                      <a:pt x="156" y="352"/>
                      <a:pt x="156" y="352"/>
                    </a:cubicBezTo>
                    <a:lnTo>
                      <a:pt x="356" y="352"/>
                    </a:lnTo>
                    <a:close/>
                    <a:moveTo>
                      <a:pt x="256" y="118"/>
                    </a:moveTo>
                    <a:cubicBezTo>
                      <a:pt x="180" y="160"/>
                      <a:pt x="180" y="160"/>
                      <a:pt x="180" y="160"/>
                    </a:cubicBezTo>
                    <a:cubicBezTo>
                      <a:pt x="331" y="160"/>
                      <a:pt x="331" y="160"/>
                      <a:pt x="331" y="160"/>
                    </a:cubicBezTo>
                    <a:lnTo>
                      <a:pt x="256" y="118"/>
                    </a:lnTo>
                    <a:close/>
                    <a:moveTo>
                      <a:pt x="512" y="256"/>
                    </a:moveTo>
                    <a:cubicBezTo>
                      <a:pt x="512" y="397"/>
                      <a:pt x="397" y="512"/>
                      <a:pt x="256" y="512"/>
                    </a:cubicBezTo>
                    <a:cubicBezTo>
                      <a:pt x="114" y="512"/>
                      <a:pt x="0" y="397"/>
                      <a:pt x="0" y="256"/>
                    </a:cubicBezTo>
                    <a:cubicBezTo>
                      <a:pt x="0" y="114"/>
                      <a:pt x="114" y="0"/>
                      <a:pt x="256" y="0"/>
                    </a:cubicBezTo>
                    <a:cubicBezTo>
                      <a:pt x="397" y="0"/>
                      <a:pt x="512" y="114"/>
                      <a:pt x="512" y="256"/>
                    </a:cubicBezTo>
                    <a:close/>
                    <a:moveTo>
                      <a:pt x="128" y="173"/>
                    </a:moveTo>
                    <a:cubicBezTo>
                      <a:pt x="129" y="178"/>
                      <a:pt x="133" y="181"/>
                      <a:pt x="138" y="181"/>
                    </a:cubicBezTo>
                    <a:cubicBezTo>
                      <a:pt x="373" y="181"/>
                      <a:pt x="373" y="181"/>
                      <a:pt x="373" y="181"/>
                    </a:cubicBezTo>
                    <a:cubicBezTo>
                      <a:pt x="378" y="181"/>
                      <a:pt x="382" y="178"/>
                      <a:pt x="383" y="173"/>
                    </a:cubicBezTo>
                    <a:cubicBezTo>
                      <a:pt x="385" y="168"/>
                      <a:pt x="382" y="163"/>
                      <a:pt x="378" y="161"/>
                    </a:cubicBezTo>
                    <a:cubicBezTo>
                      <a:pt x="261" y="97"/>
                      <a:pt x="261" y="97"/>
                      <a:pt x="261" y="97"/>
                    </a:cubicBezTo>
                    <a:cubicBezTo>
                      <a:pt x="258" y="95"/>
                      <a:pt x="254" y="95"/>
                      <a:pt x="251" y="97"/>
                    </a:cubicBezTo>
                    <a:cubicBezTo>
                      <a:pt x="133" y="161"/>
                      <a:pt x="133" y="161"/>
                      <a:pt x="133" y="161"/>
                    </a:cubicBezTo>
                    <a:cubicBezTo>
                      <a:pt x="129" y="163"/>
                      <a:pt x="127" y="168"/>
                      <a:pt x="128" y="173"/>
                    </a:cubicBezTo>
                    <a:close/>
                    <a:moveTo>
                      <a:pt x="352" y="202"/>
                    </a:moveTo>
                    <a:cubicBezTo>
                      <a:pt x="346" y="202"/>
                      <a:pt x="341" y="207"/>
                      <a:pt x="341" y="213"/>
                    </a:cubicBezTo>
                    <a:cubicBezTo>
                      <a:pt x="341" y="298"/>
                      <a:pt x="341" y="298"/>
                      <a:pt x="341" y="298"/>
                    </a:cubicBezTo>
                    <a:cubicBezTo>
                      <a:pt x="341" y="304"/>
                      <a:pt x="346" y="309"/>
                      <a:pt x="352" y="309"/>
                    </a:cubicBezTo>
                    <a:cubicBezTo>
                      <a:pt x="358" y="309"/>
                      <a:pt x="362" y="304"/>
                      <a:pt x="362" y="298"/>
                    </a:cubicBezTo>
                    <a:cubicBezTo>
                      <a:pt x="362" y="213"/>
                      <a:pt x="362" y="213"/>
                      <a:pt x="362" y="213"/>
                    </a:cubicBezTo>
                    <a:cubicBezTo>
                      <a:pt x="362" y="207"/>
                      <a:pt x="358" y="202"/>
                      <a:pt x="352" y="202"/>
                    </a:cubicBezTo>
                    <a:close/>
                    <a:moveTo>
                      <a:pt x="288" y="202"/>
                    </a:moveTo>
                    <a:cubicBezTo>
                      <a:pt x="282" y="202"/>
                      <a:pt x="277" y="207"/>
                      <a:pt x="277" y="213"/>
                    </a:cubicBezTo>
                    <a:cubicBezTo>
                      <a:pt x="277" y="298"/>
                      <a:pt x="277" y="298"/>
                      <a:pt x="277" y="298"/>
                    </a:cubicBezTo>
                    <a:cubicBezTo>
                      <a:pt x="277" y="304"/>
                      <a:pt x="282" y="309"/>
                      <a:pt x="288" y="309"/>
                    </a:cubicBezTo>
                    <a:cubicBezTo>
                      <a:pt x="294" y="309"/>
                      <a:pt x="298" y="304"/>
                      <a:pt x="298" y="298"/>
                    </a:cubicBezTo>
                    <a:cubicBezTo>
                      <a:pt x="298" y="213"/>
                      <a:pt x="298" y="213"/>
                      <a:pt x="298" y="213"/>
                    </a:cubicBezTo>
                    <a:cubicBezTo>
                      <a:pt x="298" y="207"/>
                      <a:pt x="294" y="202"/>
                      <a:pt x="288" y="202"/>
                    </a:cubicBezTo>
                    <a:close/>
                    <a:moveTo>
                      <a:pt x="224" y="202"/>
                    </a:moveTo>
                    <a:cubicBezTo>
                      <a:pt x="218" y="202"/>
                      <a:pt x="213" y="207"/>
                      <a:pt x="213" y="213"/>
                    </a:cubicBezTo>
                    <a:cubicBezTo>
                      <a:pt x="213" y="298"/>
                      <a:pt x="213" y="298"/>
                      <a:pt x="213" y="298"/>
                    </a:cubicBezTo>
                    <a:cubicBezTo>
                      <a:pt x="213" y="304"/>
                      <a:pt x="218" y="309"/>
                      <a:pt x="224" y="309"/>
                    </a:cubicBezTo>
                    <a:cubicBezTo>
                      <a:pt x="230" y="309"/>
                      <a:pt x="234" y="304"/>
                      <a:pt x="234" y="298"/>
                    </a:cubicBezTo>
                    <a:cubicBezTo>
                      <a:pt x="234" y="213"/>
                      <a:pt x="234" y="213"/>
                      <a:pt x="234" y="213"/>
                    </a:cubicBezTo>
                    <a:cubicBezTo>
                      <a:pt x="234" y="207"/>
                      <a:pt x="230" y="202"/>
                      <a:pt x="224" y="202"/>
                    </a:cubicBezTo>
                    <a:close/>
                    <a:moveTo>
                      <a:pt x="160" y="202"/>
                    </a:moveTo>
                    <a:cubicBezTo>
                      <a:pt x="154" y="202"/>
                      <a:pt x="149" y="207"/>
                      <a:pt x="149" y="213"/>
                    </a:cubicBezTo>
                    <a:cubicBezTo>
                      <a:pt x="149" y="298"/>
                      <a:pt x="149" y="298"/>
                      <a:pt x="149" y="298"/>
                    </a:cubicBezTo>
                    <a:cubicBezTo>
                      <a:pt x="149" y="304"/>
                      <a:pt x="154" y="309"/>
                      <a:pt x="160" y="309"/>
                    </a:cubicBezTo>
                    <a:cubicBezTo>
                      <a:pt x="166" y="309"/>
                      <a:pt x="170" y="304"/>
                      <a:pt x="170" y="298"/>
                    </a:cubicBezTo>
                    <a:cubicBezTo>
                      <a:pt x="170" y="213"/>
                      <a:pt x="170" y="213"/>
                      <a:pt x="170" y="213"/>
                    </a:cubicBezTo>
                    <a:cubicBezTo>
                      <a:pt x="170" y="207"/>
                      <a:pt x="166" y="202"/>
                      <a:pt x="160" y="202"/>
                    </a:cubicBezTo>
                    <a:close/>
                    <a:moveTo>
                      <a:pt x="393" y="379"/>
                    </a:moveTo>
                    <a:cubicBezTo>
                      <a:pt x="372" y="336"/>
                      <a:pt x="372" y="336"/>
                      <a:pt x="372" y="336"/>
                    </a:cubicBezTo>
                    <a:cubicBezTo>
                      <a:pt x="370" y="333"/>
                      <a:pt x="366" y="330"/>
                      <a:pt x="362" y="330"/>
                    </a:cubicBezTo>
                    <a:cubicBezTo>
                      <a:pt x="149" y="330"/>
                      <a:pt x="149" y="330"/>
                      <a:pt x="149" y="330"/>
                    </a:cubicBezTo>
                    <a:cubicBezTo>
                      <a:pt x="145" y="330"/>
                      <a:pt x="141" y="333"/>
                      <a:pt x="139" y="336"/>
                    </a:cubicBezTo>
                    <a:cubicBezTo>
                      <a:pt x="118" y="379"/>
                      <a:pt x="118" y="379"/>
                      <a:pt x="118" y="379"/>
                    </a:cubicBezTo>
                    <a:cubicBezTo>
                      <a:pt x="116" y="382"/>
                      <a:pt x="117" y="386"/>
                      <a:pt x="119" y="389"/>
                    </a:cubicBezTo>
                    <a:cubicBezTo>
                      <a:pt x="121" y="392"/>
                      <a:pt x="124" y="394"/>
                      <a:pt x="128" y="394"/>
                    </a:cubicBezTo>
                    <a:cubicBezTo>
                      <a:pt x="384" y="394"/>
                      <a:pt x="384" y="394"/>
                      <a:pt x="384" y="394"/>
                    </a:cubicBezTo>
                    <a:cubicBezTo>
                      <a:pt x="387" y="394"/>
                      <a:pt x="391" y="392"/>
                      <a:pt x="393" y="389"/>
                    </a:cubicBezTo>
                    <a:cubicBezTo>
                      <a:pt x="395" y="386"/>
                      <a:pt x="395" y="382"/>
                      <a:pt x="393" y="3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404040"/>
                </a:solidFill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</p:grpSp>
        <p:sp>
          <p:nvSpPr>
            <p:cNvPr id="16" name="Freeform 910">
              <a:extLst>
                <a:ext uri="{FF2B5EF4-FFF2-40B4-BE49-F238E27FC236}">
                  <a16:creationId xmlns:a16="http://schemas.microsoft.com/office/drawing/2014/main" id="{42E01B37-CF21-C5CB-FBC3-AF7742A4658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55550" y="2831583"/>
              <a:ext cx="640080" cy="640080"/>
            </a:xfrm>
            <a:custGeom>
              <a:avLst/>
              <a:gdLst>
                <a:gd name="T0" fmla="*/ 207 w 512"/>
                <a:gd name="T1" fmla="*/ 107 h 512"/>
                <a:gd name="T2" fmla="*/ 260 w 512"/>
                <a:gd name="T3" fmla="*/ 116 h 512"/>
                <a:gd name="T4" fmla="*/ 305 w 512"/>
                <a:gd name="T5" fmla="*/ 106 h 512"/>
                <a:gd name="T6" fmla="*/ 237 w 512"/>
                <a:gd name="T7" fmla="*/ 138 h 512"/>
                <a:gd name="T8" fmla="*/ 346 w 512"/>
                <a:gd name="T9" fmla="*/ 373 h 512"/>
                <a:gd name="T10" fmla="*/ 181 w 512"/>
                <a:gd name="T11" fmla="*/ 320 h 512"/>
                <a:gd name="T12" fmla="*/ 236 w 512"/>
                <a:gd name="T13" fmla="*/ 160 h 512"/>
                <a:gd name="T14" fmla="*/ 331 w 512"/>
                <a:gd name="T15" fmla="*/ 315 h 512"/>
                <a:gd name="T16" fmla="*/ 294 w 512"/>
                <a:gd name="T17" fmla="*/ 297 h 512"/>
                <a:gd name="T18" fmla="*/ 282 w 512"/>
                <a:gd name="T19" fmla="*/ 276 h 512"/>
                <a:gd name="T20" fmla="*/ 250 w 512"/>
                <a:gd name="T21" fmla="*/ 262 h 512"/>
                <a:gd name="T22" fmla="*/ 240 w 512"/>
                <a:gd name="T23" fmla="*/ 252 h 512"/>
                <a:gd name="T24" fmla="*/ 256 w 512"/>
                <a:gd name="T25" fmla="*/ 243 h 512"/>
                <a:gd name="T26" fmla="*/ 285 w 512"/>
                <a:gd name="T27" fmla="*/ 249 h 512"/>
                <a:gd name="T28" fmla="*/ 261 w 512"/>
                <a:gd name="T29" fmla="*/ 224 h 512"/>
                <a:gd name="T30" fmla="*/ 250 w 512"/>
                <a:gd name="T31" fmla="*/ 213 h 512"/>
                <a:gd name="T32" fmla="*/ 226 w 512"/>
                <a:gd name="T33" fmla="*/ 233 h 512"/>
                <a:gd name="T34" fmla="*/ 223 w 512"/>
                <a:gd name="T35" fmla="*/ 269 h 512"/>
                <a:gd name="T36" fmla="*/ 250 w 512"/>
                <a:gd name="T37" fmla="*/ 284 h 512"/>
                <a:gd name="T38" fmla="*/ 268 w 512"/>
                <a:gd name="T39" fmla="*/ 293 h 512"/>
                <a:gd name="T40" fmla="*/ 261 w 512"/>
                <a:gd name="T41" fmla="*/ 307 h 512"/>
                <a:gd name="T42" fmla="*/ 250 w 512"/>
                <a:gd name="T43" fmla="*/ 308 h 512"/>
                <a:gd name="T44" fmla="*/ 217 w 512"/>
                <a:gd name="T45" fmla="*/ 299 h 512"/>
                <a:gd name="T46" fmla="*/ 250 w 512"/>
                <a:gd name="T47" fmla="*/ 326 h 512"/>
                <a:gd name="T48" fmla="*/ 261 w 512"/>
                <a:gd name="T49" fmla="*/ 341 h 512"/>
                <a:gd name="T50" fmla="*/ 285 w 512"/>
                <a:gd name="T51" fmla="*/ 316 h 512"/>
                <a:gd name="T52" fmla="*/ 512 w 512"/>
                <a:gd name="T53" fmla="*/ 256 h 512"/>
                <a:gd name="T54" fmla="*/ 0 w 512"/>
                <a:gd name="T55" fmla="*/ 256 h 512"/>
                <a:gd name="T56" fmla="*/ 512 w 512"/>
                <a:gd name="T57" fmla="*/ 256 h 512"/>
                <a:gd name="T58" fmla="*/ 352 w 512"/>
                <a:gd name="T59" fmla="*/ 322 h 512"/>
                <a:gd name="T60" fmla="*/ 327 w 512"/>
                <a:gd name="T61" fmla="*/ 114 h 512"/>
                <a:gd name="T62" fmla="*/ 316 w 512"/>
                <a:gd name="T63" fmla="*/ 88 h 512"/>
                <a:gd name="T64" fmla="*/ 195 w 512"/>
                <a:gd name="T65" fmla="*/ 88 h 512"/>
                <a:gd name="T66" fmla="*/ 184 w 512"/>
                <a:gd name="T67" fmla="*/ 114 h 512"/>
                <a:gd name="T68" fmla="*/ 160 w 512"/>
                <a:gd name="T69" fmla="*/ 322 h 512"/>
                <a:gd name="T70" fmla="*/ 140 w 512"/>
                <a:gd name="T71" fmla="*/ 389 h 512"/>
                <a:gd name="T72" fmla="*/ 362 w 512"/>
                <a:gd name="T73" fmla="*/ 394 h 512"/>
                <a:gd name="T74" fmla="*/ 372 w 512"/>
                <a:gd name="T75" fmla="*/ 379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2" h="512">
                  <a:moveTo>
                    <a:pt x="237" y="138"/>
                  </a:moveTo>
                  <a:cubicBezTo>
                    <a:pt x="207" y="107"/>
                    <a:pt x="207" y="107"/>
                    <a:pt x="207" y="107"/>
                  </a:cubicBezTo>
                  <a:cubicBezTo>
                    <a:pt x="212" y="105"/>
                    <a:pt x="225" y="104"/>
                    <a:pt x="251" y="116"/>
                  </a:cubicBezTo>
                  <a:cubicBezTo>
                    <a:pt x="254" y="117"/>
                    <a:pt x="257" y="117"/>
                    <a:pt x="260" y="116"/>
                  </a:cubicBezTo>
                  <a:cubicBezTo>
                    <a:pt x="260" y="116"/>
                    <a:pt x="260" y="116"/>
                    <a:pt x="260" y="116"/>
                  </a:cubicBezTo>
                  <a:cubicBezTo>
                    <a:pt x="285" y="105"/>
                    <a:pt x="299" y="105"/>
                    <a:pt x="305" y="106"/>
                  </a:cubicBezTo>
                  <a:cubicBezTo>
                    <a:pt x="275" y="138"/>
                    <a:pt x="275" y="138"/>
                    <a:pt x="275" y="138"/>
                  </a:cubicBezTo>
                  <a:lnTo>
                    <a:pt x="237" y="138"/>
                  </a:lnTo>
                  <a:close/>
                  <a:moveTo>
                    <a:pt x="330" y="320"/>
                  </a:moveTo>
                  <a:cubicBezTo>
                    <a:pt x="330" y="334"/>
                    <a:pt x="339" y="357"/>
                    <a:pt x="346" y="373"/>
                  </a:cubicBezTo>
                  <a:cubicBezTo>
                    <a:pt x="165" y="373"/>
                    <a:pt x="165" y="373"/>
                    <a:pt x="165" y="373"/>
                  </a:cubicBezTo>
                  <a:cubicBezTo>
                    <a:pt x="172" y="357"/>
                    <a:pt x="181" y="334"/>
                    <a:pt x="181" y="320"/>
                  </a:cubicBezTo>
                  <a:cubicBezTo>
                    <a:pt x="181" y="318"/>
                    <a:pt x="181" y="316"/>
                    <a:pt x="180" y="315"/>
                  </a:cubicBezTo>
                  <a:cubicBezTo>
                    <a:pt x="178" y="312"/>
                    <a:pt x="143" y="237"/>
                    <a:pt x="236" y="160"/>
                  </a:cubicBezTo>
                  <a:cubicBezTo>
                    <a:pt x="275" y="160"/>
                    <a:pt x="275" y="160"/>
                    <a:pt x="275" y="160"/>
                  </a:cubicBezTo>
                  <a:cubicBezTo>
                    <a:pt x="368" y="237"/>
                    <a:pt x="333" y="312"/>
                    <a:pt x="331" y="315"/>
                  </a:cubicBezTo>
                  <a:cubicBezTo>
                    <a:pt x="331" y="316"/>
                    <a:pt x="330" y="318"/>
                    <a:pt x="330" y="320"/>
                  </a:cubicBezTo>
                  <a:close/>
                  <a:moveTo>
                    <a:pt x="294" y="297"/>
                  </a:moveTo>
                  <a:cubicBezTo>
                    <a:pt x="294" y="292"/>
                    <a:pt x="293" y="289"/>
                    <a:pt x="291" y="285"/>
                  </a:cubicBezTo>
                  <a:cubicBezTo>
                    <a:pt x="289" y="282"/>
                    <a:pt x="286" y="279"/>
                    <a:pt x="282" y="276"/>
                  </a:cubicBezTo>
                  <a:cubicBezTo>
                    <a:pt x="278" y="273"/>
                    <a:pt x="271" y="270"/>
                    <a:pt x="261" y="266"/>
                  </a:cubicBezTo>
                  <a:cubicBezTo>
                    <a:pt x="250" y="262"/>
                    <a:pt x="250" y="262"/>
                    <a:pt x="250" y="262"/>
                  </a:cubicBezTo>
                  <a:cubicBezTo>
                    <a:pt x="247" y="260"/>
                    <a:pt x="244" y="259"/>
                    <a:pt x="243" y="257"/>
                  </a:cubicBezTo>
                  <a:cubicBezTo>
                    <a:pt x="241" y="256"/>
                    <a:pt x="240" y="254"/>
                    <a:pt x="240" y="252"/>
                  </a:cubicBezTo>
                  <a:cubicBezTo>
                    <a:pt x="240" y="247"/>
                    <a:pt x="244" y="245"/>
                    <a:pt x="250" y="244"/>
                  </a:cubicBezTo>
                  <a:cubicBezTo>
                    <a:pt x="250" y="244"/>
                    <a:pt x="253" y="243"/>
                    <a:pt x="256" y="243"/>
                  </a:cubicBezTo>
                  <a:cubicBezTo>
                    <a:pt x="259" y="243"/>
                    <a:pt x="261" y="243"/>
                    <a:pt x="261" y="243"/>
                  </a:cubicBezTo>
                  <a:cubicBezTo>
                    <a:pt x="269" y="244"/>
                    <a:pt x="277" y="246"/>
                    <a:pt x="285" y="249"/>
                  </a:cubicBezTo>
                  <a:cubicBezTo>
                    <a:pt x="292" y="231"/>
                    <a:pt x="292" y="231"/>
                    <a:pt x="292" y="231"/>
                  </a:cubicBezTo>
                  <a:cubicBezTo>
                    <a:pt x="283" y="227"/>
                    <a:pt x="272" y="225"/>
                    <a:pt x="261" y="224"/>
                  </a:cubicBezTo>
                  <a:cubicBezTo>
                    <a:pt x="261" y="213"/>
                    <a:pt x="261" y="213"/>
                    <a:pt x="261" y="213"/>
                  </a:cubicBezTo>
                  <a:cubicBezTo>
                    <a:pt x="250" y="213"/>
                    <a:pt x="250" y="213"/>
                    <a:pt x="250" y="213"/>
                  </a:cubicBezTo>
                  <a:cubicBezTo>
                    <a:pt x="250" y="225"/>
                    <a:pt x="250" y="225"/>
                    <a:pt x="250" y="225"/>
                  </a:cubicBezTo>
                  <a:cubicBezTo>
                    <a:pt x="240" y="226"/>
                    <a:pt x="232" y="229"/>
                    <a:pt x="226" y="233"/>
                  </a:cubicBezTo>
                  <a:cubicBezTo>
                    <a:pt x="220" y="238"/>
                    <a:pt x="217" y="244"/>
                    <a:pt x="217" y="252"/>
                  </a:cubicBezTo>
                  <a:cubicBezTo>
                    <a:pt x="217" y="259"/>
                    <a:pt x="219" y="264"/>
                    <a:pt x="223" y="269"/>
                  </a:cubicBezTo>
                  <a:cubicBezTo>
                    <a:pt x="228" y="274"/>
                    <a:pt x="235" y="278"/>
                    <a:pt x="245" y="282"/>
                  </a:cubicBezTo>
                  <a:cubicBezTo>
                    <a:pt x="250" y="284"/>
                    <a:pt x="250" y="284"/>
                    <a:pt x="250" y="284"/>
                  </a:cubicBezTo>
                  <a:cubicBezTo>
                    <a:pt x="261" y="288"/>
                    <a:pt x="261" y="288"/>
                    <a:pt x="261" y="288"/>
                  </a:cubicBezTo>
                  <a:cubicBezTo>
                    <a:pt x="264" y="290"/>
                    <a:pt x="267" y="291"/>
                    <a:pt x="268" y="293"/>
                  </a:cubicBezTo>
                  <a:cubicBezTo>
                    <a:pt x="270" y="294"/>
                    <a:pt x="271" y="296"/>
                    <a:pt x="271" y="298"/>
                  </a:cubicBezTo>
                  <a:cubicBezTo>
                    <a:pt x="271" y="303"/>
                    <a:pt x="268" y="306"/>
                    <a:pt x="261" y="307"/>
                  </a:cubicBezTo>
                  <a:cubicBezTo>
                    <a:pt x="261" y="307"/>
                    <a:pt x="258" y="308"/>
                    <a:pt x="256" y="308"/>
                  </a:cubicBezTo>
                  <a:cubicBezTo>
                    <a:pt x="253" y="308"/>
                    <a:pt x="250" y="308"/>
                    <a:pt x="250" y="308"/>
                  </a:cubicBezTo>
                  <a:cubicBezTo>
                    <a:pt x="245" y="307"/>
                    <a:pt x="240" y="306"/>
                    <a:pt x="233" y="305"/>
                  </a:cubicBezTo>
                  <a:cubicBezTo>
                    <a:pt x="227" y="303"/>
                    <a:pt x="222" y="301"/>
                    <a:pt x="217" y="299"/>
                  </a:cubicBezTo>
                  <a:cubicBezTo>
                    <a:pt x="217" y="319"/>
                    <a:pt x="217" y="319"/>
                    <a:pt x="217" y="319"/>
                  </a:cubicBezTo>
                  <a:cubicBezTo>
                    <a:pt x="227" y="323"/>
                    <a:pt x="238" y="325"/>
                    <a:pt x="250" y="326"/>
                  </a:cubicBezTo>
                  <a:cubicBezTo>
                    <a:pt x="250" y="341"/>
                    <a:pt x="250" y="341"/>
                    <a:pt x="250" y="341"/>
                  </a:cubicBezTo>
                  <a:cubicBezTo>
                    <a:pt x="261" y="341"/>
                    <a:pt x="261" y="341"/>
                    <a:pt x="261" y="341"/>
                  </a:cubicBezTo>
                  <a:cubicBezTo>
                    <a:pt x="261" y="325"/>
                    <a:pt x="261" y="325"/>
                    <a:pt x="261" y="325"/>
                  </a:cubicBezTo>
                  <a:cubicBezTo>
                    <a:pt x="271" y="324"/>
                    <a:pt x="279" y="321"/>
                    <a:pt x="285" y="316"/>
                  </a:cubicBezTo>
                  <a:cubicBezTo>
                    <a:pt x="291" y="312"/>
                    <a:pt x="294" y="305"/>
                    <a:pt x="294" y="297"/>
                  </a:cubicBezTo>
                  <a:close/>
                  <a:moveTo>
                    <a:pt x="512" y="256"/>
                  </a:moveTo>
                  <a:cubicBezTo>
                    <a:pt x="512" y="397"/>
                    <a:pt x="397" y="512"/>
                    <a:pt x="256" y="512"/>
                  </a:cubicBezTo>
                  <a:cubicBezTo>
                    <a:pt x="114" y="512"/>
                    <a:pt x="0" y="397"/>
                    <a:pt x="0" y="256"/>
                  </a:cubicBezTo>
                  <a:cubicBezTo>
                    <a:pt x="0" y="114"/>
                    <a:pt x="114" y="0"/>
                    <a:pt x="256" y="0"/>
                  </a:cubicBezTo>
                  <a:cubicBezTo>
                    <a:pt x="397" y="0"/>
                    <a:pt x="512" y="114"/>
                    <a:pt x="512" y="256"/>
                  </a:cubicBezTo>
                  <a:close/>
                  <a:moveTo>
                    <a:pt x="372" y="379"/>
                  </a:moveTo>
                  <a:cubicBezTo>
                    <a:pt x="365" y="363"/>
                    <a:pt x="353" y="335"/>
                    <a:pt x="352" y="322"/>
                  </a:cubicBezTo>
                  <a:cubicBezTo>
                    <a:pt x="358" y="306"/>
                    <a:pt x="384" y="227"/>
                    <a:pt x="295" y="148"/>
                  </a:cubicBezTo>
                  <a:cubicBezTo>
                    <a:pt x="327" y="114"/>
                    <a:pt x="327" y="114"/>
                    <a:pt x="327" y="114"/>
                  </a:cubicBezTo>
                  <a:cubicBezTo>
                    <a:pt x="330" y="111"/>
                    <a:pt x="331" y="107"/>
                    <a:pt x="330" y="104"/>
                  </a:cubicBezTo>
                  <a:cubicBezTo>
                    <a:pt x="330" y="102"/>
                    <a:pt x="327" y="93"/>
                    <a:pt x="316" y="88"/>
                  </a:cubicBezTo>
                  <a:cubicBezTo>
                    <a:pt x="302" y="82"/>
                    <a:pt x="282" y="84"/>
                    <a:pt x="256" y="95"/>
                  </a:cubicBezTo>
                  <a:cubicBezTo>
                    <a:pt x="229" y="84"/>
                    <a:pt x="209" y="82"/>
                    <a:pt x="195" y="88"/>
                  </a:cubicBezTo>
                  <a:cubicBezTo>
                    <a:pt x="185" y="93"/>
                    <a:pt x="182" y="102"/>
                    <a:pt x="181" y="104"/>
                  </a:cubicBezTo>
                  <a:cubicBezTo>
                    <a:pt x="180" y="107"/>
                    <a:pt x="181" y="111"/>
                    <a:pt x="184" y="114"/>
                  </a:cubicBezTo>
                  <a:cubicBezTo>
                    <a:pt x="217" y="148"/>
                    <a:pt x="217" y="148"/>
                    <a:pt x="217" y="148"/>
                  </a:cubicBezTo>
                  <a:cubicBezTo>
                    <a:pt x="128" y="227"/>
                    <a:pt x="153" y="306"/>
                    <a:pt x="160" y="322"/>
                  </a:cubicBezTo>
                  <a:cubicBezTo>
                    <a:pt x="158" y="335"/>
                    <a:pt x="147" y="363"/>
                    <a:pt x="139" y="379"/>
                  </a:cubicBezTo>
                  <a:cubicBezTo>
                    <a:pt x="138" y="382"/>
                    <a:pt x="138" y="386"/>
                    <a:pt x="140" y="389"/>
                  </a:cubicBezTo>
                  <a:cubicBezTo>
                    <a:pt x="142" y="392"/>
                    <a:pt x="145" y="394"/>
                    <a:pt x="149" y="394"/>
                  </a:cubicBezTo>
                  <a:cubicBezTo>
                    <a:pt x="362" y="394"/>
                    <a:pt x="362" y="394"/>
                    <a:pt x="362" y="394"/>
                  </a:cubicBezTo>
                  <a:cubicBezTo>
                    <a:pt x="366" y="394"/>
                    <a:pt x="369" y="392"/>
                    <a:pt x="371" y="389"/>
                  </a:cubicBezTo>
                  <a:cubicBezTo>
                    <a:pt x="373" y="386"/>
                    <a:pt x="374" y="382"/>
                    <a:pt x="372" y="379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40404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8" name="Freeform 351">
              <a:extLst>
                <a:ext uri="{FF2B5EF4-FFF2-40B4-BE49-F238E27FC236}">
                  <a16:creationId xmlns:a16="http://schemas.microsoft.com/office/drawing/2014/main" id="{58E819D8-6E24-13E1-142A-007C50251211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4873307" y="3772182"/>
              <a:ext cx="649224" cy="649224"/>
            </a:xfrm>
            <a:custGeom>
              <a:avLst/>
              <a:gdLst>
                <a:gd name="T0" fmla="*/ 336 w 512"/>
                <a:gd name="T1" fmla="*/ 169 h 512"/>
                <a:gd name="T2" fmla="*/ 337 w 512"/>
                <a:gd name="T3" fmla="*/ 131 h 512"/>
                <a:gd name="T4" fmla="*/ 295 w 512"/>
                <a:gd name="T5" fmla="*/ 159 h 512"/>
                <a:gd name="T6" fmla="*/ 117 w 512"/>
                <a:gd name="T7" fmla="*/ 266 h 512"/>
                <a:gd name="T8" fmla="*/ 180 w 512"/>
                <a:gd name="T9" fmla="*/ 373 h 512"/>
                <a:gd name="T10" fmla="*/ 213 w 512"/>
                <a:gd name="T11" fmla="*/ 362 h 512"/>
                <a:gd name="T12" fmla="*/ 266 w 512"/>
                <a:gd name="T13" fmla="*/ 352 h 512"/>
                <a:gd name="T14" fmla="*/ 277 w 512"/>
                <a:gd name="T15" fmla="*/ 373 h 512"/>
                <a:gd name="T16" fmla="*/ 309 w 512"/>
                <a:gd name="T17" fmla="*/ 361 h 512"/>
                <a:gd name="T18" fmla="*/ 351 w 512"/>
                <a:gd name="T19" fmla="*/ 276 h 512"/>
                <a:gd name="T20" fmla="*/ 394 w 512"/>
                <a:gd name="T21" fmla="*/ 266 h 512"/>
                <a:gd name="T22" fmla="*/ 384 w 512"/>
                <a:gd name="T23" fmla="*/ 224 h 512"/>
                <a:gd name="T24" fmla="*/ 226 w 512"/>
                <a:gd name="T25" fmla="*/ 185 h 512"/>
                <a:gd name="T26" fmla="*/ 171 w 512"/>
                <a:gd name="T27" fmla="*/ 213 h 512"/>
                <a:gd name="T28" fmla="*/ 164 w 512"/>
                <a:gd name="T29" fmla="*/ 194 h 512"/>
                <a:gd name="T30" fmla="*/ 234 w 512"/>
                <a:gd name="T31" fmla="*/ 172 h 512"/>
                <a:gd name="T32" fmla="*/ 256 w 512"/>
                <a:gd name="T33" fmla="*/ 0 h 512"/>
                <a:gd name="T34" fmla="*/ 256 w 512"/>
                <a:gd name="T35" fmla="*/ 512 h 512"/>
                <a:gd name="T36" fmla="*/ 256 w 512"/>
                <a:gd name="T37" fmla="*/ 0 h 512"/>
                <a:gd name="T38" fmla="*/ 405 w 512"/>
                <a:gd name="T39" fmla="*/ 288 h 512"/>
                <a:gd name="T40" fmla="*/ 330 w 512"/>
                <a:gd name="T41" fmla="*/ 365 h 512"/>
                <a:gd name="T42" fmla="*/ 320 w 512"/>
                <a:gd name="T43" fmla="*/ 394 h 512"/>
                <a:gd name="T44" fmla="*/ 256 w 512"/>
                <a:gd name="T45" fmla="*/ 384 h 512"/>
                <a:gd name="T46" fmla="*/ 234 w 512"/>
                <a:gd name="T47" fmla="*/ 373 h 512"/>
                <a:gd name="T48" fmla="*/ 224 w 512"/>
                <a:gd name="T49" fmla="*/ 394 h 512"/>
                <a:gd name="T50" fmla="*/ 160 w 512"/>
                <a:gd name="T51" fmla="*/ 384 h 512"/>
                <a:gd name="T52" fmla="*/ 114 w 512"/>
                <a:gd name="T53" fmla="*/ 336 h 512"/>
                <a:gd name="T54" fmla="*/ 234 w 512"/>
                <a:gd name="T55" fmla="*/ 128 h 512"/>
                <a:gd name="T56" fmla="*/ 351 w 512"/>
                <a:gd name="T57" fmla="*/ 106 h 512"/>
                <a:gd name="T58" fmla="*/ 362 w 512"/>
                <a:gd name="T59" fmla="*/ 120 h 512"/>
                <a:gd name="T60" fmla="*/ 390 w 512"/>
                <a:gd name="T61" fmla="*/ 202 h 512"/>
                <a:gd name="T62" fmla="*/ 416 w 512"/>
                <a:gd name="T63" fmla="*/ 213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2" h="512">
                  <a:moveTo>
                    <a:pt x="374" y="218"/>
                  </a:moveTo>
                  <a:cubicBezTo>
                    <a:pt x="374" y="217"/>
                    <a:pt x="357" y="182"/>
                    <a:pt x="336" y="169"/>
                  </a:cubicBezTo>
                  <a:cubicBezTo>
                    <a:pt x="332" y="166"/>
                    <a:pt x="330" y="162"/>
                    <a:pt x="331" y="157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27" y="134"/>
                    <a:pt x="314" y="141"/>
                    <a:pt x="308" y="154"/>
                  </a:cubicBezTo>
                  <a:cubicBezTo>
                    <a:pt x="306" y="159"/>
                    <a:pt x="300" y="161"/>
                    <a:pt x="295" y="159"/>
                  </a:cubicBezTo>
                  <a:cubicBezTo>
                    <a:pt x="276" y="152"/>
                    <a:pt x="257" y="149"/>
                    <a:pt x="234" y="149"/>
                  </a:cubicBezTo>
                  <a:cubicBezTo>
                    <a:pt x="170" y="149"/>
                    <a:pt x="117" y="202"/>
                    <a:pt x="117" y="266"/>
                  </a:cubicBezTo>
                  <a:cubicBezTo>
                    <a:pt x="117" y="285"/>
                    <a:pt x="122" y="304"/>
                    <a:pt x="130" y="320"/>
                  </a:cubicBezTo>
                  <a:cubicBezTo>
                    <a:pt x="149" y="323"/>
                    <a:pt x="176" y="337"/>
                    <a:pt x="180" y="373"/>
                  </a:cubicBezTo>
                  <a:cubicBezTo>
                    <a:pt x="213" y="373"/>
                    <a:pt x="213" y="373"/>
                    <a:pt x="213" y="373"/>
                  </a:cubicBezTo>
                  <a:cubicBezTo>
                    <a:pt x="213" y="362"/>
                    <a:pt x="213" y="362"/>
                    <a:pt x="213" y="362"/>
                  </a:cubicBezTo>
                  <a:cubicBezTo>
                    <a:pt x="213" y="356"/>
                    <a:pt x="218" y="352"/>
                    <a:pt x="224" y="352"/>
                  </a:cubicBezTo>
                  <a:cubicBezTo>
                    <a:pt x="266" y="352"/>
                    <a:pt x="266" y="352"/>
                    <a:pt x="266" y="352"/>
                  </a:cubicBezTo>
                  <a:cubicBezTo>
                    <a:pt x="272" y="352"/>
                    <a:pt x="277" y="356"/>
                    <a:pt x="277" y="362"/>
                  </a:cubicBezTo>
                  <a:cubicBezTo>
                    <a:pt x="277" y="373"/>
                    <a:pt x="277" y="373"/>
                    <a:pt x="277" y="373"/>
                  </a:cubicBezTo>
                  <a:cubicBezTo>
                    <a:pt x="309" y="373"/>
                    <a:pt x="309" y="373"/>
                    <a:pt x="309" y="373"/>
                  </a:cubicBezTo>
                  <a:cubicBezTo>
                    <a:pt x="309" y="361"/>
                    <a:pt x="309" y="361"/>
                    <a:pt x="309" y="361"/>
                  </a:cubicBezTo>
                  <a:cubicBezTo>
                    <a:pt x="309" y="358"/>
                    <a:pt x="310" y="356"/>
                    <a:pt x="312" y="354"/>
                  </a:cubicBezTo>
                  <a:cubicBezTo>
                    <a:pt x="335" y="331"/>
                    <a:pt x="349" y="303"/>
                    <a:pt x="351" y="276"/>
                  </a:cubicBezTo>
                  <a:cubicBezTo>
                    <a:pt x="352" y="271"/>
                    <a:pt x="356" y="266"/>
                    <a:pt x="362" y="266"/>
                  </a:cubicBezTo>
                  <a:cubicBezTo>
                    <a:pt x="394" y="266"/>
                    <a:pt x="394" y="266"/>
                    <a:pt x="394" y="266"/>
                  </a:cubicBezTo>
                  <a:cubicBezTo>
                    <a:pt x="394" y="224"/>
                    <a:pt x="394" y="224"/>
                    <a:pt x="394" y="224"/>
                  </a:cubicBezTo>
                  <a:cubicBezTo>
                    <a:pt x="384" y="224"/>
                    <a:pt x="384" y="224"/>
                    <a:pt x="384" y="224"/>
                  </a:cubicBezTo>
                  <a:cubicBezTo>
                    <a:pt x="380" y="224"/>
                    <a:pt x="376" y="221"/>
                    <a:pt x="374" y="218"/>
                  </a:cubicBezTo>
                  <a:close/>
                  <a:moveTo>
                    <a:pt x="226" y="185"/>
                  </a:moveTo>
                  <a:cubicBezTo>
                    <a:pt x="209" y="189"/>
                    <a:pt x="192" y="198"/>
                    <a:pt x="178" y="210"/>
                  </a:cubicBezTo>
                  <a:cubicBezTo>
                    <a:pt x="176" y="212"/>
                    <a:pt x="174" y="213"/>
                    <a:pt x="171" y="213"/>
                  </a:cubicBezTo>
                  <a:cubicBezTo>
                    <a:pt x="168" y="213"/>
                    <a:pt x="165" y="212"/>
                    <a:pt x="163" y="209"/>
                  </a:cubicBezTo>
                  <a:cubicBezTo>
                    <a:pt x="159" y="205"/>
                    <a:pt x="160" y="198"/>
                    <a:pt x="164" y="194"/>
                  </a:cubicBezTo>
                  <a:cubicBezTo>
                    <a:pt x="180" y="180"/>
                    <a:pt x="200" y="169"/>
                    <a:pt x="221" y="164"/>
                  </a:cubicBezTo>
                  <a:cubicBezTo>
                    <a:pt x="227" y="163"/>
                    <a:pt x="233" y="166"/>
                    <a:pt x="234" y="172"/>
                  </a:cubicBezTo>
                  <a:cubicBezTo>
                    <a:pt x="235" y="177"/>
                    <a:pt x="232" y="183"/>
                    <a:pt x="226" y="185"/>
                  </a:cubicBez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16" y="277"/>
                  </a:moveTo>
                  <a:cubicBezTo>
                    <a:pt x="416" y="283"/>
                    <a:pt x="411" y="288"/>
                    <a:pt x="405" y="288"/>
                  </a:cubicBezTo>
                  <a:cubicBezTo>
                    <a:pt x="371" y="288"/>
                    <a:pt x="371" y="288"/>
                    <a:pt x="371" y="288"/>
                  </a:cubicBezTo>
                  <a:cubicBezTo>
                    <a:pt x="365" y="323"/>
                    <a:pt x="345" y="350"/>
                    <a:pt x="330" y="365"/>
                  </a:cubicBezTo>
                  <a:cubicBezTo>
                    <a:pt x="330" y="384"/>
                    <a:pt x="330" y="384"/>
                    <a:pt x="330" y="384"/>
                  </a:cubicBezTo>
                  <a:cubicBezTo>
                    <a:pt x="330" y="390"/>
                    <a:pt x="326" y="394"/>
                    <a:pt x="320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0" y="394"/>
                    <a:pt x="256" y="390"/>
                    <a:pt x="256" y="384"/>
                  </a:cubicBezTo>
                  <a:cubicBezTo>
                    <a:pt x="256" y="373"/>
                    <a:pt x="256" y="373"/>
                    <a:pt x="256" y="373"/>
                  </a:cubicBezTo>
                  <a:cubicBezTo>
                    <a:pt x="234" y="373"/>
                    <a:pt x="234" y="373"/>
                    <a:pt x="234" y="373"/>
                  </a:cubicBezTo>
                  <a:cubicBezTo>
                    <a:pt x="234" y="384"/>
                    <a:pt x="234" y="384"/>
                    <a:pt x="234" y="384"/>
                  </a:cubicBezTo>
                  <a:cubicBezTo>
                    <a:pt x="234" y="390"/>
                    <a:pt x="230" y="394"/>
                    <a:pt x="224" y="394"/>
                  </a:cubicBezTo>
                  <a:cubicBezTo>
                    <a:pt x="170" y="394"/>
                    <a:pt x="170" y="394"/>
                    <a:pt x="170" y="394"/>
                  </a:cubicBezTo>
                  <a:cubicBezTo>
                    <a:pt x="164" y="394"/>
                    <a:pt x="160" y="390"/>
                    <a:pt x="160" y="384"/>
                  </a:cubicBezTo>
                  <a:cubicBezTo>
                    <a:pt x="160" y="343"/>
                    <a:pt x="125" y="341"/>
                    <a:pt x="123" y="341"/>
                  </a:cubicBezTo>
                  <a:cubicBezTo>
                    <a:pt x="119" y="341"/>
                    <a:pt x="116" y="339"/>
                    <a:pt x="114" y="336"/>
                  </a:cubicBezTo>
                  <a:cubicBezTo>
                    <a:pt x="102" y="315"/>
                    <a:pt x="96" y="291"/>
                    <a:pt x="96" y="266"/>
                  </a:cubicBezTo>
                  <a:cubicBezTo>
                    <a:pt x="96" y="190"/>
                    <a:pt x="158" y="128"/>
                    <a:pt x="234" y="128"/>
                  </a:cubicBezTo>
                  <a:cubicBezTo>
                    <a:pt x="256" y="128"/>
                    <a:pt x="275" y="130"/>
                    <a:pt x="294" y="136"/>
                  </a:cubicBezTo>
                  <a:cubicBezTo>
                    <a:pt x="313" y="109"/>
                    <a:pt x="349" y="106"/>
                    <a:pt x="351" y="106"/>
                  </a:cubicBezTo>
                  <a:cubicBezTo>
                    <a:pt x="355" y="106"/>
                    <a:pt x="358" y="108"/>
                    <a:pt x="360" y="110"/>
                  </a:cubicBezTo>
                  <a:cubicBezTo>
                    <a:pt x="362" y="113"/>
                    <a:pt x="363" y="116"/>
                    <a:pt x="362" y="120"/>
                  </a:cubicBezTo>
                  <a:cubicBezTo>
                    <a:pt x="353" y="155"/>
                    <a:pt x="353" y="155"/>
                    <a:pt x="353" y="155"/>
                  </a:cubicBezTo>
                  <a:cubicBezTo>
                    <a:pt x="371" y="169"/>
                    <a:pt x="384" y="191"/>
                    <a:pt x="390" y="202"/>
                  </a:cubicBezTo>
                  <a:cubicBezTo>
                    <a:pt x="405" y="202"/>
                    <a:pt x="405" y="202"/>
                    <a:pt x="405" y="202"/>
                  </a:cubicBezTo>
                  <a:cubicBezTo>
                    <a:pt x="411" y="202"/>
                    <a:pt x="416" y="207"/>
                    <a:pt x="416" y="213"/>
                  </a:cubicBezTo>
                  <a:lnTo>
                    <a:pt x="416" y="277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40404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87BFDA2-89BF-3AA4-66A2-73FAEF2D06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63894" y="4259844"/>
              <a:ext cx="640080" cy="636863"/>
              <a:chOff x="5672138" y="4513263"/>
              <a:chExt cx="1579562" cy="1571625"/>
            </a:xfrm>
            <a:solidFill>
              <a:schemeClr val="bg1"/>
            </a:soli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FBEC0EB4-13E5-328A-8076-CB69AEEA4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7425" y="5135563"/>
                <a:ext cx="131762" cy="196850"/>
              </a:xfrm>
              <a:prstGeom prst="rect">
                <a:avLst/>
              </a:prstGeom>
              <a:grpFill/>
              <a:ln w="9525">
                <a:solidFill>
                  <a:srgbClr val="40404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Oval 6">
                <a:extLst>
                  <a:ext uri="{FF2B5EF4-FFF2-40B4-BE49-F238E27FC236}">
                    <a16:creationId xmlns:a16="http://schemas.microsoft.com/office/drawing/2014/main" id="{03564AD6-76FD-25E6-6240-34F1208E4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0763" y="4873626"/>
                <a:ext cx="65087" cy="65088"/>
              </a:xfrm>
              <a:prstGeom prst="ellipse">
                <a:avLst/>
              </a:prstGeom>
              <a:grpFill/>
              <a:ln w="9525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" name="Rectangle 7">
                <a:extLst>
                  <a:ext uri="{FF2B5EF4-FFF2-40B4-BE49-F238E27FC236}">
                    <a16:creationId xmlns:a16="http://schemas.microsoft.com/office/drawing/2014/main" id="{FFB3C145-677D-C168-B953-AE4FE2373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38" y="5135563"/>
                <a:ext cx="131762" cy="196850"/>
              </a:xfrm>
              <a:prstGeom prst="rect">
                <a:avLst/>
              </a:prstGeom>
              <a:grpFill/>
              <a:ln w="9525">
                <a:solidFill>
                  <a:srgbClr val="40404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" name="Oval 8">
                <a:extLst>
                  <a:ext uri="{FF2B5EF4-FFF2-40B4-BE49-F238E27FC236}">
                    <a16:creationId xmlns:a16="http://schemas.microsoft.com/office/drawing/2014/main" id="{8BAE758B-5912-15B2-C081-9D7E9E206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9375" y="4873626"/>
                <a:ext cx="65087" cy="65088"/>
              </a:xfrm>
              <a:prstGeom prst="ellipse">
                <a:avLst/>
              </a:prstGeom>
              <a:grpFill/>
              <a:ln w="9525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" name="Oval 9">
                <a:extLst>
                  <a:ext uri="{FF2B5EF4-FFF2-40B4-BE49-F238E27FC236}">
                    <a16:creationId xmlns:a16="http://schemas.microsoft.com/office/drawing/2014/main" id="{8501B251-0C0C-E451-99DE-F6C230A61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7988" y="4873626"/>
                <a:ext cx="66675" cy="65088"/>
              </a:xfrm>
              <a:prstGeom prst="ellipse">
                <a:avLst/>
              </a:prstGeom>
              <a:grpFill/>
              <a:ln w="9525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AE1C7EEF-D3FA-C92C-D337-E5B157BCD0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72138" y="4513263"/>
                <a:ext cx="1579562" cy="1571625"/>
              </a:xfrm>
              <a:custGeom>
                <a:avLst/>
                <a:gdLst>
                  <a:gd name="T0" fmla="*/ 0 w 384"/>
                  <a:gd name="T1" fmla="*/ 192 h 384"/>
                  <a:gd name="T2" fmla="*/ 384 w 384"/>
                  <a:gd name="T3" fmla="*/ 192 h 384"/>
                  <a:gd name="T4" fmla="*/ 272 w 384"/>
                  <a:gd name="T5" fmla="*/ 72 h 384"/>
                  <a:gd name="T6" fmla="*/ 272 w 384"/>
                  <a:gd name="T7" fmla="*/ 120 h 384"/>
                  <a:gd name="T8" fmla="*/ 272 w 384"/>
                  <a:gd name="T9" fmla="*/ 72 h 384"/>
                  <a:gd name="T10" fmla="*/ 216 w 384"/>
                  <a:gd name="T11" fmla="*/ 96 h 384"/>
                  <a:gd name="T12" fmla="*/ 168 w 384"/>
                  <a:gd name="T13" fmla="*/ 96 h 384"/>
                  <a:gd name="T14" fmla="*/ 112 w 384"/>
                  <a:gd name="T15" fmla="*/ 72 h 384"/>
                  <a:gd name="T16" fmla="*/ 112 w 384"/>
                  <a:gd name="T17" fmla="*/ 120 h 384"/>
                  <a:gd name="T18" fmla="*/ 112 w 384"/>
                  <a:gd name="T19" fmla="*/ 72 h 384"/>
                  <a:gd name="T20" fmla="*/ 136 w 384"/>
                  <a:gd name="T21" fmla="*/ 216 h 384"/>
                  <a:gd name="T22" fmla="*/ 128 w 384"/>
                  <a:gd name="T23" fmla="*/ 296 h 384"/>
                  <a:gd name="T24" fmla="*/ 120 w 384"/>
                  <a:gd name="T25" fmla="*/ 216 h 384"/>
                  <a:gd name="T26" fmla="*/ 104 w 384"/>
                  <a:gd name="T27" fmla="*/ 288 h 384"/>
                  <a:gd name="T28" fmla="*/ 88 w 384"/>
                  <a:gd name="T29" fmla="*/ 288 h 384"/>
                  <a:gd name="T30" fmla="*/ 80 w 384"/>
                  <a:gd name="T31" fmla="*/ 208 h 384"/>
                  <a:gd name="T32" fmla="*/ 88 w 384"/>
                  <a:gd name="T33" fmla="*/ 136 h 384"/>
                  <a:gd name="T34" fmla="*/ 144 w 384"/>
                  <a:gd name="T35" fmla="*/ 144 h 384"/>
                  <a:gd name="T36" fmla="*/ 224 w 384"/>
                  <a:gd name="T37" fmla="*/ 208 h 384"/>
                  <a:gd name="T38" fmla="*/ 216 w 384"/>
                  <a:gd name="T39" fmla="*/ 288 h 384"/>
                  <a:gd name="T40" fmla="*/ 200 w 384"/>
                  <a:gd name="T41" fmla="*/ 288 h 384"/>
                  <a:gd name="T42" fmla="*/ 184 w 384"/>
                  <a:gd name="T43" fmla="*/ 216 h 384"/>
                  <a:gd name="T44" fmla="*/ 176 w 384"/>
                  <a:gd name="T45" fmla="*/ 296 h 384"/>
                  <a:gd name="T46" fmla="*/ 168 w 384"/>
                  <a:gd name="T47" fmla="*/ 216 h 384"/>
                  <a:gd name="T48" fmla="*/ 160 w 384"/>
                  <a:gd name="T49" fmla="*/ 144 h 384"/>
                  <a:gd name="T50" fmla="*/ 216 w 384"/>
                  <a:gd name="T51" fmla="*/ 136 h 384"/>
                  <a:gd name="T52" fmla="*/ 224 w 384"/>
                  <a:gd name="T53" fmla="*/ 208 h 384"/>
                  <a:gd name="T54" fmla="*/ 296 w 384"/>
                  <a:gd name="T55" fmla="*/ 232 h 384"/>
                  <a:gd name="T56" fmla="*/ 288 w 384"/>
                  <a:gd name="T57" fmla="*/ 296 h 384"/>
                  <a:gd name="T58" fmla="*/ 280 w 384"/>
                  <a:gd name="T59" fmla="*/ 232 h 384"/>
                  <a:gd name="T60" fmla="*/ 264 w 384"/>
                  <a:gd name="T61" fmla="*/ 288 h 384"/>
                  <a:gd name="T62" fmla="*/ 248 w 384"/>
                  <a:gd name="T63" fmla="*/ 288 h 384"/>
                  <a:gd name="T64" fmla="*/ 241 w 384"/>
                  <a:gd name="T65" fmla="*/ 229 h 384"/>
                  <a:gd name="T66" fmla="*/ 256 w 384"/>
                  <a:gd name="T67" fmla="*/ 142 h 384"/>
                  <a:gd name="T68" fmla="*/ 280 w 384"/>
                  <a:gd name="T69" fmla="*/ 136 h 384"/>
                  <a:gd name="T70" fmla="*/ 304 w 384"/>
                  <a:gd name="T71" fmla="*/ 222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84" h="384">
                    <a:moveTo>
                      <a:pt x="192" y="0"/>
                    </a:moveTo>
                    <a:cubicBezTo>
                      <a:pt x="86" y="0"/>
                      <a:pt x="0" y="86"/>
                      <a:pt x="0" y="192"/>
                    </a:cubicBezTo>
                    <a:cubicBezTo>
                      <a:pt x="0" y="298"/>
                      <a:pt x="86" y="384"/>
                      <a:pt x="192" y="384"/>
                    </a:cubicBezTo>
                    <a:cubicBezTo>
                      <a:pt x="298" y="384"/>
                      <a:pt x="384" y="298"/>
                      <a:pt x="384" y="192"/>
                    </a:cubicBezTo>
                    <a:cubicBezTo>
                      <a:pt x="384" y="86"/>
                      <a:pt x="298" y="0"/>
                      <a:pt x="192" y="0"/>
                    </a:cubicBezTo>
                    <a:close/>
                    <a:moveTo>
                      <a:pt x="272" y="72"/>
                    </a:moveTo>
                    <a:cubicBezTo>
                      <a:pt x="285" y="72"/>
                      <a:pt x="296" y="82"/>
                      <a:pt x="296" y="96"/>
                    </a:cubicBezTo>
                    <a:cubicBezTo>
                      <a:pt x="296" y="109"/>
                      <a:pt x="285" y="120"/>
                      <a:pt x="272" y="120"/>
                    </a:cubicBezTo>
                    <a:cubicBezTo>
                      <a:pt x="258" y="120"/>
                      <a:pt x="248" y="109"/>
                      <a:pt x="248" y="96"/>
                    </a:cubicBezTo>
                    <a:cubicBezTo>
                      <a:pt x="248" y="82"/>
                      <a:pt x="258" y="72"/>
                      <a:pt x="272" y="72"/>
                    </a:cubicBezTo>
                    <a:close/>
                    <a:moveTo>
                      <a:pt x="192" y="72"/>
                    </a:moveTo>
                    <a:cubicBezTo>
                      <a:pt x="205" y="72"/>
                      <a:pt x="216" y="82"/>
                      <a:pt x="216" y="96"/>
                    </a:cubicBezTo>
                    <a:cubicBezTo>
                      <a:pt x="216" y="109"/>
                      <a:pt x="205" y="120"/>
                      <a:pt x="192" y="120"/>
                    </a:cubicBezTo>
                    <a:cubicBezTo>
                      <a:pt x="178" y="120"/>
                      <a:pt x="168" y="109"/>
                      <a:pt x="168" y="96"/>
                    </a:cubicBezTo>
                    <a:cubicBezTo>
                      <a:pt x="168" y="82"/>
                      <a:pt x="178" y="72"/>
                      <a:pt x="192" y="72"/>
                    </a:cubicBezTo>
                    <a:close/>
                    <a:moveTo>
                      <a:pt x="112" y="72"/>
                    </a:moveTo>
                    <a:cubicBezTo>
                      <a:pt x="125" y="72"/>
                      <a:pt x="136" y="82"/>
                      <a:pt x="136" y="96"/>
                    </a:cubicBezTo>
                    <a:cubicBezTo>
                      <a:pt x="136" y="109"/>
                      <a:pt x="125" y="120"/>
                      <a:pt x="112" y="120"/>
                    </a:cubicBezTo>
                    <a:cubicBezTo>
                      <a:pt x="98" y="120"/>
                      <a:pt x="88" y="109"/>
                      <a:pt x="88" y="96"/>
                    </a:cubicBezTo>
                    <a:cubicBezTo>
                      <a:pt x="88" y="82"/>
                      <a:pt x="98" y="72"/>
                      <a:pt x="112" y="72"/>
                    </a:cubicBezTo>
                    <a:close/>
                    <a:moveTo>
                      <a:pt x="144" y="208"/>
                    </a:moveTo>
                    <a:cubicBezTo>
                      <a:pt x="144" y="212"/>
                      <a:pt x="140" y="216"/>
                      <a:pt x="136" y="216"/>
                    </a:cubicBezTo>
                    <a:cubicBezTo>
                      <a:pt x="136" y="288"/>
                      <a:pt x="136" y="288"/>
                      <a:pt x="136" y="288"/>
                    </a:cubicBezTo>
                    <a:cubicBezTo>
                      <a:pt x="136" y="292"/>
                      <a:pt x="132" y="296"/>
                      <a:pt x="128" y="296"/>
                    </a:cubicBezTo>
                    <a:cubicBezTo>
                      <a:pt x="123" y="296"/>
                      <a:pt x="120" y="292"/>
                      <a:pt x="120" y="288"/>
                    </a:cubicBezTo>
                    <a:cubicBezTo>
                      <a:pt x="120" y="216"/>
                      <a:pt x="120" y="216"/>
                      <a:pt x="120" y="216"/>
                    </a:cubicBezTo>
                    <a:cubicBezTo>
                      <a:pt x="104" y="216"/>
                      <a:pt x="104" y="216"/>
                      <a:pt x="104" y="216"/>
                    </a:cubicBezTo>
                    <a:cubicBezTo>
                      <a:pt x="104" y="288"/>
                      <a:pt x="104" y="288"/>
                      <a:pt x="104" y="288"/>
                    </a:cubicBezTo>
                    <a:cubicBezTo>
                      <a:pt x="104" y="292"/>
                      <a:pt x="100" y="296"/>
                      <a:pt x="96" y="296"/>
                    </a:cubicBezTo>
                    <a:cubicBezTo>
                      <a:pt x="91" y="296"/>
                      <a:pt x="88" y="292"/>
                      <a:pt x="88" y="288"/>
                    </a:cubicBezTo>
                    <a:cubicBezTo>
                      <a:pt x="88" y="216"/>
                      <a:pt x="88" y="216"/>
                      <a:pt x="88" y="216"/>
                    </a:cubicBezTo>
                    <a:cubicBezTo>
                      <a:pt x="84" y="216"/>
                      <a:pt x="80" y="212"/>
                      <a:pt x="80" y="208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80" y="139"/>
                      <a:pt x="83" y="136"/>
                      <a:pt x="88" y="136"/>
                    </a:cubicBezTo>
                    <a:cubicBezTo>
                      <a:pt x="136" y="136"/>
                      <a:pt x="136" y="136"/>
                      <a:pt x="136" y="136"/>
                    </a:cubicBezTo>
                    <a:cubicBezTo>
                      <a:pt x="140" y="136"/>
                      <a:pt x="144" y="139"/>
                      <a:pt x="144" y="144"/>
                    </a:cubicBezTo>
                    <a:lnTo>
                      <a:pt x="144" y="208"/>
                    </a:lnTo>
                    <a:close/>
                    <a:moveTo>
                      <a:pt x="224" y="208"/>
                    </a:moveTo>
                    <a:cubicBezTo>
                      <a:pt x="224" y="212"/>
                      <a:pt x="224" y="216"/>
                      <a:pt x="216" y="216"/>
                    </a:cubicBezTo>
                    <a:cubicBezTo>
                      <a:pt x="216" y="288"/>
                      <a:pt x="216" y="288"/>
                      <a:pt x="216" y="288"/>
                    </a:cubicBezTo>
                    <a:cubicBezTo>
                      <a:pt x="216" y="292"/>
                      <a:pt x="212" y="296"/>
                      <a:pt x="208" y="296"/>
                    </a:cubicBezTo>
                    <a:cubicBezTo>
                      <a:pt x="203" y="296"/>
                      <a:pt x="200" y="292"/>
                      <a:pt x="200" y="288"/>
                    </a:cubicBezTo>
                    <a:cubicBezTo>
                      <a:pt x="200" y="216"/>
                      <a:pt x="200" y="216"/>
                      <a:pt x="200" y="216"/>
                    </a:cubicBezTo>
                    <a:cubicBezTo>
                      <a:pt x="184" y="216"/>
                      <a:pt x="184" y="216"/>
                      <a:pt x="184" y="216"/>
                    </a:cubicBezTo>
                    <a:cubicBezTo>
                      <a:pt x="184" y="288"/>
                      <a:pt x="184" y="288"/>
                      <a:pt x="184" y="288"/>
                    </a:cubicBezTo>
                    <a:cubicBezTo>
                      <a:pt x="184" y="292"/>
                      <a:pt x="180" y="296"/>
                      <a:pt x="176" y="296"/>
                    </a:cubicBezTo>
                    <a:cubicBezTo>
                      <a:pt x="171" y="296"/>
                      <a:pt x="168" y="292"/>
                      <a:pt x="168" y="288"/>
                    </a:cubicBezTo>
                    <a:cubicBezTo>
                      <a:pt x="168" y="216"/>
                      <a:pt x="168" y="216"/>
                      <a:pt x="168" y="216"/>
                    </a:cubicBezTo>
                    <a:cubicBezTo>
                      <a:pt x="160" y="216"/>
                      <a:pt x="160" y="212"/>
                      <a:pt x="160" y="208"/>
                    </a:cubicBezTo>
                    <a:cubicBezTo>
                      <a:pt x="160" y="144"/>
                      <a:pt x="160" y="144"/>
                      <a:pt x="160" y="144"/>
                    </a:cubicBezTo>
                    <a:cubicBezTo>
                      <a:pt x="160" y="139"/>
                      <a:pt x="163" y="136"/>
                      <a:pt x="168" y="136"/>
                    </a:cubicBezTo>
                    <a:cubicBezTo>
                      <a:pt x="216" y="136"/>
                      <a:pt x="216" y="136"/>
                      <a:pt x="216" y="136"/>
                    </a:cubicBezTo>
                    <a:cubicBezTo>
                      <a:pt x="220" y="136"/>
                      <a:pt x="224" y="139"/>
                      <a:pt x="224" y="144"/>
                    </a:cubicBezTo>
                    <a:lnTo>
                      <a:pt x="224" y="208"/>
                    </a:lnTo>
                    <a:close/>
                    <a:moveTo>
                      <a:pt x="302" y="229"/>
                    </a:moveTo>
                    <a:cubicBezTo>
                      <a:pt x="300" y="231"/>
                      <a:pt x="296" y="232"/>
                      <a:pt x="296" y="232"/>
                    </a:cubicBezTo>
                    <a:cubicBezTo>
                      <a:pt x="296" y="288"/>
                      <a:pt x="296" y="288"/>
                      <a:pt x="296" y="288"/>
                    </a:cubicBezTo>
                    <a:cubicBezTo>
                      <a:pt x="296" y="292"/>
                      <a:pt x="292" y="296"/>
                      <a:pt x="288" y="296"/>
                    </a:cubicBezTo>
                    <a:cubicBezTo>
                      <a:pt x="283" y="296"/>
                      <a:pt x="280" y="292"/>
                      <a:pt x="280" y="288"/>
                    </a:cubicBezTo>
                    <a:cubicBezTo>
                      <a:pt x="280" y="232"/>
                      <a:pt x="280" y="232"/>
                      <a:pt x="280" y="232"/>
                    </a:cubicBezTo>
                    <a:cubicBezTo>
                      <a:pt x="264" y="232"/>
                      <a:pt x="264" y="232"/>
                      <a:pt x="264" y="232"/>
                    </a:cubicBezTo>
                    <a:cubicBezTo>
                      <a:pt x="264" y="288"/>
                      <a:pt x="264" y="288"/>
                      <a:pt x="264" y="288"/>
                    </a:cubicBezTo>
                    <a:cubicBezTo>
                      <a:pt x="264" y="292"/>
                      <a:pt x="260" y="296"/>
                      <a:pt x="256" y="296"/>
                    </a:cubicBezTo>
                    <a:cubicBezTo>
                      <a:pt x="251" y="296"/>
                      <a:pt x="248" y="292"/>
                      <a:pt x="248" y="288"/>
                    </a:cubicBezTo>
                    <a:cubicBezTo>
                      <a:pt x="248" y="232"/>
                      <a:pt x="248" y="232"/>
                      <a:pt x="248" y="232"/>
                    </a:cubicBezTo>
                    <a:cubicBezTo>
                      <a:pt x="248" y="232"/>
                      <a:pt x="243" y="231"/>
                      <a:pt x="241" y="229"/>
                    </a:cubicBezTo>
                    <a:cubicBezTo>
                      <a:pt x="240" y="227"/>
                      <a:pt x="239" y="224"/>
                      <a:pt x="240" y="222"/>
                    </a:cubicBezTo>
                    <a:cubicBezTo>
                      <a:pt x="256" y="142"/>
                      <a:pt x="256" y="142"/>
                      <a:pt x="256" y="142"/>
                    </a:cubicBezTo>
                    <a:cubicBezTo>
                      <a:pt x="257" y="138"/>
                      <a:pt x="260" y="136"/>
                      <a:pt x="264" y="136"/>
                    </a:cubicBezTo>
                    <a:cubicBezTo>
                      <a:pt x="280" y="136"/>
                      <a:pt x="280" y="136"/>
                      <a:pt x="280" y="136"/>
                    </a:cubicBezTo>
                    <a:cubicBezTo>
                      <a:pt x="283" y="136"/>
                      <a:pt x="287" y="138"/>
                      <a:pt x="288" y="142"/>
                    </a:cubicBezTo>
                    <a:cubicBezTo>
                      <a:pt x="304" y="222"/>
                      <a:pt x="304" y="222"/>
                      <a:pt x="304" y="222"/>
                    </a:cubicBezTo>
                    <a:cubicBezTo>
                      <a:pt x="304" y="224"/>
                      <a:pt x="303" y="227"/>
                      <a:pt x="302" y="229"/>
                    </a:cubicBezTo>
                    <a:close/>
                  </a:path>
                </a:pathLst>
              </a:custGeom>
              <a:grpFill/>
              <a:ln w="9525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19EF6388-6000-0C7F-4052-A81A43B46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9413" y="5135563"/>
                <a:ext cx="119062" cy="261938"/>
              </a:xfrm>
              <a:custGeom>
                <a:avLst/>
                <a:gdLst>
                  <a:gd name="T0" fmla="*/ 34 w 75"/>
                  <a:gd name="T1" fmla="*/ 0 h 165"/>
                  <a:gd name="T2" fmla="*/ 0 w 75"/>
                  <a:gd name="T3" fmla="*/ 165 h 165"/>
                  <a:gd name="T4" fmla="*/ 75 w 75"/>
                  <a:gd name="T5" fmla="*/ 165 h 165"/>
                  <a:gd name="T6" fmla="*/ 41 w 75"/>
                  <a:gd name="T7" fmla="*/ 0 h 165"/>
                  <a:gd name="T8" fmla="*/ 34 w 75"/>
                  <a:gd name="T9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165">
                    <a:moveTo>
                      <a:pt x="34" y="0"/>
                    </a:moveTo>
                    <a:lnTo>
                      <a:pt x="0" y="165"/>
                    </a:lnTo>
                    <a:lnTo>
                      <a:pt x="75" y="165"/>
                    </a:lnTo>
                    <a:lnTo>
                      <a:pt x="41" y="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9525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47FF2E22-4B21-9646-156A-3CB733DD597C}"/>
              </a:ext>
            </a:extLst>
          </p:cNvPr>
          <p:cNvSpPr/>
          <p:nvPr/>
        </p:nvSpPr>
        <p:spPr>
          <a:xfrm>
            <a:off x="4860541" y="5597892"/>
            <a:ext cx="176822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Deepen the family Tree	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60429B-B009-300D-18EB-8ED7B4DF7F81}"/>
              </a:ext>
            </a:extLst>
          </p:cNvPr>
          <p:cNvSpPr/>
          <p:nvPr/>
        </p:nvSpPr>
        <p:spPr>
          <a:xfrm>
            <a:off x="5954179" y="915040"/>
            <a:ext cx="3459644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N" sz="1600" b="1" dirty="0">
                <a:solidFill>
                  <a:srgbClr val="404040"/>
                </a:solidFill>
                <a:latin typeface="Ubuntu" panose="020B0504030602030204" pitchFamily="34" charset="0"/>
              </a:rPr>
              <a:t>Enhance Productive Communication using Technology</a:t>
            </a:r>
          </a:p>
        </p:txBody>
      </p:sp>
      <p:sp>
        <p:nvSpPr>
          <p:cNvPr id="35" name="Title 2">
            <a:extLst>
              <a:ext uri="{FF2B5EF4-FFF2-40B4-BE49-F238E27FC236}">
                <a16:creationId xmlns:a16="http://schemas.microsoft.com/office/drawing/2014/main" id="{256D9F8B-4D20-52E5-C66E-41CE0A28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792" y="175002"/>
            <a:ext cx="10619874" cy="516551"/>
          </a:xfrm>
        </p:spPr>
        <p:txBody>
          <a:bodyPr anchor="ctr">
            <a:normAutofit/>
          </a:bodyPr>
          <a:lstStyle/>
          <a:p>
            <a:r>
              <a:rPr lang="en-IN" sz="3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Ubuntu" panose="020B0504030602030204" pitchFamily="34" charset="0"/>
              </a:rPr>
              <a:t>Client Management: Increase Wallet Share – 80/20 Rule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AC92E8-076C-5CA9-E0C6-35DFF2D1E208}"/>
              </a:ext>
            </a:extLst>
          </p:cNvPr>
          <p:cNvGrpSpPr/>
          <p:nvPr/>
        </p:nvGrpSpPr>
        <p:grpSpPr>
          <a:xfrm>
            <a:off x="4603955" y="2614586"/>
            <a:ext cx="834546" cy="847057"/>
            <a:chOff x="2498872" y="2581943"/>
            <a:chExt cx="834546" cy="847057"/>
          </a:xfrm>
          <a:solidFill>
            <a:schemeClr val="bg1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6DCCE04-EB32-A19E-BD2C-1A3700B04977}"/>
                </a:ext>
              </a:extLst>
            </p:cNvPr>
            <p:cNvSpPr/>
            <p:nvPr/>
          </p:nvSpPr>
          <p:spPr>
            <a:xfrm>
              <a:off x="2498872" y="2581943"/>
              <a:ext cx="834546" cy="847057"/>
            </a:xfrm>
            <a:prstGeom prst="ellipse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" name="Graphic 7" descr="Rope Knot with solid fill">
              <a:extLst>
                <a:ext uri="{FF2B5EF4-FFF2-40B4-BE49-F238E27FC236}">
                  <a16:creationId xmlns:a16="http://schemas.microsoft.com/office/drawing/2014/main" id="{A60BDE77-7634-5DF1-FC28-BE2E1E7DA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00738" y="2705131"/>
              <a:ext cx="644360" cy="64436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5208BFC-1E1E-FF14-2030-CB62D464D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61" y="368565"/>
            <a:ext cx="571500" cy="13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8130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FD744C10-4C8A-E1E7-62AE-B36C6643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07" y="261150"/>
            <a:ext cx="8686800" cy="459017"/>
          </a:xfr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 Know you are passionate when…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65C5606-03BD-609B-94F5-3811CD94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99" y="423983"/>
            <a:ext cx="571500" cy="13335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55D6A36-684F-4482-E552-3C90F6222280}"/>
              </a:ext>
            </a:extLst>
          </p:cNvPr>
          <p:cNvGrpSpPr/>
          <p:nvPr/>
        </p:nvGrpSpPr>
        <p:grpSpPr>
          <a:xfrm>
            <a:off x="618469" y="1080603"/>
            <a:ext cx="8273068" cy="720291"/>
            <a:chOff x="640499" y="935146"/>
            <a:chExt cx="6204801" cy="540218"/>
          </a:xfrm>
        </p:grpSpPr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DB22F919-D437-6484-31F9-943F1A5BFE63}"/>
                </a:ext>
              </a:extLst>
            </p:cNvPr>
            <p:cNvSpPr/>
            <p:nvPr/>
          </p:nvSpPr>
          <p:spPr>
            <a:xfrm>
              <a:off x="640499" y="939873"/>
              <a:ext cx="535491" cy="535491"/>
            </a:xfrm>
            <a:prstGeom prst="roundRect">
              <a:avLst>
                <a:gd name="adj" fmla="val 18670"/>
              </a:avLst>
            </a:prstGeom>
            <a:noFill/>
            <a:ln w="762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78B59FD-92E7-7818-CFF8-711F674B369D}"/>
                </a:ext>
              </a:extLst>
            </p:cNvPr>
            <p:cNvGrpSpPr/>
            <p:nvPr/>
          </p:nvGrpSpPr>
          <p:grpSpPr>
            <a:xfrm>
              <a:off x="1262147" y="935146"/>
              <a:ext cx="5583153" cy="540218"/>
              <a:chOff x="1274846" y="915230"/>
              <a:chExt cx="5583153" cy="540218"/>
            </a:xfrm>
          </p:grpSpPr>
          <p:sp>
            <p:nvSpPr>
              <p:cNvPr id="3" name="Text 2">
                <a:extLst>
                  <a:ext uri="{FF2B5EF4-FFF2-40B4-BE49-F238E27FC236}">
                    <a16:creationId xmlns:a16="http://schemas.microsoft.com/office/drawing/2014/main" id="{7560326D-C778-79D3-1ED2-12CF44463C0E}"/>
                  </a:ext>
                </a:extLst>
              </p:cNvPr>
              <p:cNvSpPr/>
              <p:nvPr/>
            </p:nvSpPr>
            <p:spPr>
              <a:xfrm>
                <a:off x="1274846" y="915230"/>
                <a:ext cx="3420308" cy="32861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00"/>
                  </a:lnSpc>
                </a:pPr>
                <a:r>
                  <a:rPr lang="en-US" sz="2133" b="1" dirty="0">
                    <a:latin typeface="Ubuntu" panose="020B0504030602030204" pitchFamily="34" charset="0"/>
                    <a:ea typeface="Mona Sans Semi Bold" pitchFamily="34" charset="-122"/>
                    <a:cs typeface="Mona Sans Semi Bold" pitchFamily="34" charset="-120"/>
                  </a:rPr>
                  <a:t>Celebrating Client Success</a:t>
                </a:r>
                <a:endParaRPr lang="en-US" sz="2133" b="1" dirty="0">
                  <a:latin typeface="Ubuntu" panose="020B0504030602030204" pitchFamily="34" charset="0"/>
                </a:endParaRPr>
              </a:p>
            </p:txBody>
          </p:sp>
          <p:sp>
            <p:nvSpPr>
              <p:cNvPr id="4" name="Text 3">
                <a:extLst>
                  <a:ext uri="{FF2B5EF4-FFF2-40B4-BE49-F238E27FC236}">
                    <a16:creationId xmlns:a16="http://schemas.microsoft.com/office/drawing/2014/main" id="{245521FA-E417-3207-87CD-FC8D3D86DD7C}"/>
                  </a:ext>
                </a:extLst>
              </p:cNvPr>
              <p:cNvSpPr/>
              <p:nvPr/>
            </p:nvSpPr>
            <p:spPr>
              <a:xfrm>
                <a:off x="1287545" y="1119096"/>
                <a:ext cx="5570454" cy="3363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67"/>
                  </a:lnSpc>
                </a:pPr>
                <a:r>
                  <a:rPr lang="en-US" sz="1600" dirty="0">
                    <a:latin typeface="Ubuntu" panose="020B0504030602030204" pitchFamily="34" charset="0"/>
                    <a:ea typeface="Funnel Sans" pitchFamily="34" charset="-122"/>
                    <a:cs typeface="Funnel Sans" pitchFamily="34" charset="-120"/>
                  </a:rPr>
                  <a:t>You celebrate folios, not just fees, prioritizing client growth over personal gain.</a:t>
                </a:r>
                <a:endParaRPr lang="en-US" sz="1600" dirty="0">
                  <a:latin typeface="Ubuntu" panose="020B0504030602030204" pitchFamily="34" charset="0"/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0493E2C-43D9-E05C-950A-6B1389520D6E}"/>
              </a:ext>
            </a:extLst>
          </p:cNvPr>
          <p:cNvGrpSpPr/>
          <p:nvPr/>
        </p:nvGrpSpPr>
        <p:grpSpPr>
          <a:xfrm>
            <a:off x="618469" y="2057043"/>
            <a:ext cx="8770908" cy="720291"/>
            <a:chOff x="640499" y="935146"/>
            <a:chExt cx="6578181" cy="540218"/>
          </a:xfrm>
        </p:grpSpPr>
        <p:sp>
          <p:nvSpPr>
            <p:cNvPr id="28" name="Shape 1">
              <a:extLst>
                <a:ext uri="{FF2B5EF4-FFF2-40B4-BE49-F238E27FC236}">
                  <a16:creationId xmlns:a16="http://schemas.microsoft.com/office/drawing/2014/main" id="{14C54D8D-DD75-9CD6-2D12-153B467F7870}"/>
                </a:ext>
              </a:extLst>
            </p:cNvPr>
            <p:cNvSpPr/>
            <p:nvPr/>
          </p:nvSpPr>
          <p:spPr>
            <a:xfrm>
              <a:off x="640499" y="939873"/>
              <a:ext cx="535491" cy="535491"/>
            </a:xfrm>
            <a:prstGeom prst="roundRect">
              <a:avLst>
                <a:gd name="adj" fmla="val 18670"/>
              </a:avLst>
            </a:prstGeom>
            <a:noFill/>
            <a:ln w="762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6048BA7-C1FC-B8A3-AF9D-3C602F312EF6}"/>
                </a:ext>
              </a:extLst>
            </p:cNvPr>
            <p:cNvGrpSpPr/>
            <p:nvPr/>
          </p:nvGrpSpPr>
          <p:grpSpPr>
            <a:xfrm>
              <a:off x="1262147" y="935146"/>
              <a:ext cx="5956533" cy="540218"/>
              <a:chOff x="1274846" y="915230"/>
              <a:chExt cx="5956533" cy="540218"/>
            </a:xfrm>
          </p:grpSpPr>
          <p:sp>
            <p:nvSpPr>
              <p:cNvPr id="31" name="Text 2">
                <a:extLst>
                  <a:ext uri="{FF2B5EF4-FFF2-40B4-BE49-F238E27FC236}">
                    <a16:creationId xmlns:a16="http://schemas.microsoft.com/office/drawing/2014/main" id="{AE9C1475-8C1C-F6F5-8998-C8A29F179706}"/>
                  </a:ext>
                </a:extLst>
              </p:cNvPr>
              <p:cNvSpPr/>
              <p:nvPr/>
            </p:nvSpPr>
            <p:spPr>
              <a:xfrm>
                <a:off x="1274846" y="915230"/>
                <a:ext cx="3420308" cy="32861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00"/>
                  </a:lnSpc>
                </a:pPr>
                <a:r>
                  <a:rPr lang="en-US" sz="2133" b="1" dirty="0">
                    <a:latin typeface="Ubuntu" panose="020B0504030602030204" pitchFamily="34" charset="0"/>
                    <a:ea typeface="Mona Sans Semi Bold" pitchFamily="34" charset="-122"/>
                    <a:cs typeface="Mona Sans Semi Bold" pitchFamily="34" charset="-120"/>
                  </a:rPr>
                  <a:t>Embracing Collaboration</a:t>
                </a:r>
                <a:endParaRPr lang="en-US" sz="2133" b="1" dirty="0">
                  <a:latin typeface="Ubuntu" panose="020B0504030602030204" pitchFamily="34" charset="0"/>
                </a:endParaRPr>
              </a:p>
            </p:txBody>
          </p:sp>
          <p:sp>
            <p:nvSpPr>
              <p:cNvPr id="32" name="Text 3">
                <a:extLst>
                  <a:ext uri="{FF2B5EF4-FFF2-40B4-BE49-F238E27FC236}">
                    <a16:creationId xmlns:a16="http://schemas.microsoft.com/office/drawing/2014/main" id="{56128DA6-AFB3-BD1C-19C9-B45947630419}"/>
                  </a:ext>
                </a:extLst>
              </p:cNvPr>
              <p:cNvSpPr/>
              <p:nvPr/>
            </p:nvSpPr>
            <p:spPr>
              <a:xfrm>
                <a:off x="1287545" y="1119096"/>
                <a:ext cx="5943834" cy="3363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67"/>
                  </a:lnSpc>
                </a:pPr>
                <a:r>
                  <a:rPr lang="en-US" sz="1600" dirty="0">
                    <a:latin typeface="Ubuntu" panose="020B0504030602030204" pitchFamily="34" charset="0"/>
                    <a:ea typeface="Funnel Sans" pitchFamily="34" charset="-122"/>
                    <a:cs typeface="Funnel Sans" pitchFamily="34" charset="-120"/>
                  </a:rPr>
                  <a:t>You learn from your peers and share freely, fostering a community of mutual growth.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3FCFF48-E00F-D189-861F-C2476129EF0D}"/>
              </a:ext>
            </a:extLst>
          </p:cNvPr>
          <p:cNvGrpSpPr/>
          <p:nvPr/>
        </p:nvGrpSpPr>
        <p:grpSpPr>
          <a:xfrm>
            <a:off x="618470" y="2988326"/>
            <a:ext cx="9480977" cy="720291"/>
            <a:chOff x="640499" y="935146"/>
            <a:chExt cx="7110733" cy="540218"/>
          </a:xfrm>
        </p:grpSpPr>
        <p:sp>
          <p:nvSpPr>
            <p:cNvPr id="34" name="Shape 1">
              <a:extLst>
                <a:ext uri="{FF2B5EF4-FFF2-40B4-BE49-F238E27FC236}">
                  <a16:creationId xmlns:a16="http://schemas.microsoft.com/office/drawing/2014/main" id="{C61CDE81-AFBB-98A3-CADD-5E94713E4605}"/>
                </a:ext>
              </a:extLst>
            </p:cNvPr>
            <p:cNvSpPr/>
            <p:nvPr/>
          </p:nvSpPr>
          <p:spPr>
            <a:xfrm>
              <a:off x="640499" y="939873"/>
              <a:ext cx="535491" cy="535491"/>
            </a:xfrm>
            <a:prstGeom prst="roundRect">
              <a:avLst>
                <a:gd name="adj" fmla="val 18670"/>
              </a:avLst>
            </a:prstGeom>
            <a:noFill/>
            <a:ln w="762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A78BE95-9CC6-61A7-F47A-001C56D6084B}"/>
                </a:ext>
              </a:extLst>
            </p:cNvPr>
            <p:cNvGrpSpPr/>
            <p:nvPr/>
          </p:nvGrpSpPr>
          <p:grpSpPr>
            <a:xfrm>
              <a:off x="1262147" y="935146"/>
              <a:ext cx="6489085" cy="540218"/>
              <a:chOff x="1274846" y="915230"/>
              <a:chExt cx="6489085" cy="540218"/>
            </a:xfrm>
          </p:grpSpPr>
          <p:sp>
            <p:nvSpPr>
              <p:cNvPr id="37" name="Text 2">
                <a:extLst>
                  <a:ext uri="{FF2B5EF4-FFF2-40B4-BE49-F238E27FC236}">
                    <a16:creationId xmlns:a16="http://schemas.microsoft.com/office/drawing/2014/main" id="{A1344DCB-FA79-4467-C3BA-E28283E2B3C8}"/>
                  </a:ext>
                </a:extLst>
              </p:cNvPr>
              <p:cNvSpPr/>
              <p:nvPr/>
            </p:nvSpPr>
            <p:spPr>
              <a:xfrm>
                <a:off x="1274846" y="915230"/>
                <a:ext cx="3420308" cy="32861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00"/>
                  </a:lnSpc>
                </a:pPr>
                <a:r>
                  <a:rPr lang="en-US" sz="2133" b="1" dirty="0">
                    <a:latin typeface="Ubuntu" panose="020B0504030602030204" pitchFamily="34" charset="0"/>
                    <a:ea typeface="Mona Sans Semi Bold" pitchFamily="34" charset="-122"/>
                    <a:cs typeface="Mona Sans Semi Bold" pitchFamily="34" charset="-120"/>
                  </a:rPr>
                  <a:t>Diligent Tracking</a:t>
                </a:r>
              </a:p>
            </p:txBody>
          </p:sp>
          <p:sp>
            <p:nvSpPr>
              <p:cNvPr id="38" name="Text 3">
                <a:extLst>
                  <a:ext uri="{FF2B5EF4-FFF2-40B4-BE49-F238E27FC236}">
                    <a16:creationId xmlns:a16="http://schemas.microsoft.com/office/drawing/2014/main" id="{631B0DF9-908A-F342-6F92-D5B2CAE516ED}"/>
                  </a:ext>
                </a:extLst>
              </p:cNvPr>
              <p:cNvSpPr/>
              <p:nvPr/>
            </p:nvSpPr>
            <p:spPr>
              <a:xfrm>
                <a:off x="1287544" y="1119096"/>
                <a:ext cx="6476387" cy="3363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67"/>
                  </a:lnSpc>
                </a:pPr>
                <a:r>
                  <a:rPr lang="en-US" sz="1600" dirty="0">
                    <a:latin typeface="Ubuntu" panose="020B0504030602030204" pitchFamily="34" charset="0"/>
                    <a:ea typeface="Funnel Sans" pitchFamily="34" charset="-122"/>
                    <a:cs typeface="Funnel Sans" pitchFamily="34" charset="-120"/>
                  </a:rPr>
                  <a:t>You track every SIP like it’s your own, demonstrating meticulous care for client investments.</a:t>
                </a: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A09D1A-1BF5-BF65-C821-2CFC1DDBED73}"/>
              </a:ext>
            </a:extLst>
          </p:cNvPr>
          <p:cNvGrpSpPr/>
          <p:nvPr/>
        </p:nvGrpSpPr>
        <p:grpSpPr>
          <a:xfrm>
            <a:off x="618469" y="3919609"/>
            <a:ext cx="8273068" cy="720291"/>
            <a:chOff x="640499" y="935146"/>
            <a:chExt cx="6204801" cy="540218"/>
          </a:xfrm>
        </p:grpSpPr>
        <p:sp>
          <p:nvSpPr>
            <p:cNvPr id="40" name="Shape 1">
              <a:extLst>
                <a:ext uri="{FF2B5EF4-FFF2-40B4-BE49-F238E27FC236}">
                  <a16:creationId xmlns:a16="http://schemas.microsoft.com/office/drawing/2014/main" id="{627F7BF1-0F16-36A4-6029-2EF40428BC6C}"/>
                </a:ext>
              </a:extLst>
            </p:cNvPr>
            <p:cNvSpPr/>
            <p:nvPr/>
          </p:nvSpPr>
          <p:spPr>
            <a:xfrm>
              <a:off x="640499" y="939873"/>
              <a:ext cx="535491" cy="535491"/>
            </a:xfrm>
            <a:prstGeom prst="roundRect">
              <a:avLst>
                <a:gd name="adj" fmla="val 18670"/>
              </a:avLst>
            </a:prstGeom>
            <a:noFill/>
            <a:ln w="762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5257A80-5937-CEA9-5478-3587D4C54074}"/>
                </a:ext>
              </a:extLst>
            </p:cNvPr>
            <p:cNvGrpSpPr/>
            <p:nvPr/>
          </p:nvGrpSpPr>
          <p:grpSpPr>
            <a:xfrm>
              <a:off x="1262147" y="935146"/>
              <a:ext cx="5583153" cy="540218"/>
              <a:chOff x="1274846" y="915230"/>
              <a:chExt cx="5583153" cy="540218"/>
            </a:xfrm>
          </p:grpSpPr>
          <p:sp>
            <p:nvSpPr>
              <p:cNvPr id="43" name="Text 2">
                <a:extLst>
                  <a:ext uri="{FF2B5EF4-FFF2-40B4-BE49-F238E27FC236}">
                    <a16:creationId xmlns:a16="http://schemas.microsoft.com/office/drawing/2014/main" id="{FDFDB5D9-AAF9-A946-F429-8AFAFACE3531}"/>
                  </a:ext>
                </a:extLst>
              </p:cNvPr>
              <p:cNvSpPr/>
              <p:nvPr/>
            </p:nvSpPr>
            <p:spPr>
              <a:xfrm>
                <a:off x="1274846" y="915230"/>
                <a:ext cx="3420308" cy="32861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00"/>
                  </a:lnSpc>
                </a:pPr>
                <a:r>
                  <a:rPr lang="en-US" sz="2133" b="1" dirty="0">
                    <a:latin typeface="Ubuntu" panose="020B0504030602030204" pitchFamily="34" charset="0"/>
                    <a:ea typeface="Mona Sans Semi Bold" pitchFamily="34" charset="-122"/>
                    <a:cs typeface="Mona Sans Semi Bold" pitchFamily="34" charset="-120"/>
                  </a:rPr>
                  <a:t>Strategic Foresight</a:t>
                </a:r>
              </a:p>
            </p:txBody>
          </p:sp>
          <p:sp>
            <p:nvSpPr>
              <p:cNvPr id="44" name="Text 3">
                <a:extLst>
                  <a:ext uri="{FF2B5EF4-FFF2-40B4-BE49-F238E27FC236}">
                    <a16:creationId xmlns:a16="http://schemas.microsoft.com/office/drawing/2014/main" id="{F1A77078-E1F7-C14E-EB5B-120DC5D1B7D4}"/>
                  </a:ext>
                </a:extLst>
              </p:cNvPr>
              <p:cNvSpPr/>
              <p:nvPr/>
            </p:nvSpPr>
            <p:spPr>
              <a:xfrm>
                <a:off x="1287545" y="1119096"/>
                <a:ext cx="5570454" cy="3363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67"/>
                  </a:lnSpc>
                </a:pPr>
                <a:r>
                  <a:rPr lang="en-US" sz="1600" dirty="0">
                    <a:latin typeface="Ubuntu" panose="020B0504030602030204" pitchFamily="34" charset="0"/>
                    <a:ea typeface="Funnel Sans" pitchFamily="34" charset="-122"/>
                    <a:cs typeface="Funnel Sans" pitchFamily="34" charset="-120"/>
                  </a:rPr>
                  <a:t>You think in decades, not days, planning for long-term wealth creation.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208269C-6D64-83AD-7D9C-FB9EE7268A1A}"/>
              </a:ext>
            </a:extLst>
          </p:cNvPr>
          <p:cNvGrpSpPr/>
          <p:nvPr/>
        </p:nvGrpSpPr>
        <p:grpSpPr>
          <a:xfrm>
            <a:off x="618469" y="4850891"/>
            <a:ext cx="8273068" cy="720291"/>
            <a:chOff x="640499" y="935146"/>
            <a:chExt cx="6204801" cy="540218"/>
          </a:xfrm>
        </p:grpSpPr>
        <p:sp>
          <p:nvSpPr>
            <p:cNvPr id="46" name="Shape 1">
              <a:extLst>
                <a:ext uri="{FF2B5EF4-FFF2-40B4-BE49-F238E27FC236}">
                  <a16:creationId xmlns:a16="http://schemas.microsoft.com/office/drawing/2014/main" id="{03205B9D-BEC4-70AF-34E0-93AB1F38E476}"/>
                </a:ext>
              </a:extLst>
            </p:cNvPr>
            <p:cNvSpPr/>
            <p:nvPr/>
          </p:nvSpPr>
          <p:spPr>
            <a:xfrm>
              <a:off x="640499" y="939873"/>
              <a:ext cx="535491" cy="535491"/>
            </a:xfrm>
            <a:prstGeom prst="roundRect">
              <a:avLst>
                <a:gd name="adj" fmla="val 18670"/>
              </a:avLst>
            </a:prstGeom>
            <a:noFill/>
            <a:ln w="762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AB82009-83B8-2330-18E8-60597C30EE3E}"/>
                </a:ext>
              </a:extLst>
            </p:cNvPr>
            <p:cNvGrpSpPr/>
            <p:nvPr/>
          </p:nvGrpSpPr>
          <p:grpSpPr>
            <a:xfrm>
              <a:off x="1262147" y="935146"/>
              <a:ext cx="5583153" cy="540218"/>
              <a:chOff x="1274846" y="915230"/>
              <a:chExt cx="5583153" cy="540218"/>
            </a:xfrm>
          </p:grpSpPr>
          <p:sp>
            <p:nvSpPr>
              <p:cNvPr id="49" name="Text 2">
                <a:extLst>
                  <a:ext uri="{FF2B5EF4-FFF2-40B4-BE49-F238E27FC236}">
                    <a16:creationId xmlns:a16="http://schemas.microsoft.com/office/drawing/2014/main" id="{EA4AE13D-15D2-AEFB-CECA-70ECC4EAC420}"/>
                  </a:ext>
                </a:extLst>
              </p:cNvPr>
              <p:cNvSpPr/>
              <p:nvPr/>
            </p:nvSpPr>
            <p:spPr>
              <a:xfrm>
                <a:off x="1274846" y="915230"/>
                <a:ext cx="3420308" cy="32861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00"/>
                  </a:lnSpc>
                </a:pPr>
                <a:r>
                  <a:rPr lang="en-US" sz="2133" b="1" dirty="0">
                    <a:latin typeface="Ubuntu" panose="020B0504030602030204" pitchFamily="34" charset="0"/>
                    <a:ea typeface="Mona Sans Semi Bold" pitchFamily="34" charset="-122"/>
                    <a:cs typeface="Mona Sans Semi Bold" pitchFamily="34" charset="-120"/>
                  </a:rPr>
                  <a:t>Building Deep Relationships</a:t>
                </a:r>
              </a:p>
            </p:txBody>
          </p:sp>
          <p:sp>
            <p:nvSpPr>
              <p:cNvPr id="50" name="Text 3">
                <a:extLst>
                  <a:ext uri="{FF2B5EF4-FFF2-40B4-BE49-F238E27FC236}">
                    <a16:creationId xmlns:a16="http://schemas.microsoft.com/office/drawing/2014/main" id="{80A42685-08D0-C820-1D9B-3B66ED5068C6}"/>
                  </a:ext>
                </a:extLst>
              </p:cNvPr>
              <p:cNvSpPr/>
              <p:nvPr/>
            </p:nvSpPr>
            <p:spPr>
              <a:xfrm>
                <a:off x="1287545" y="1119096"/>
                <a:ext cx="5570454" cy="3363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3467"/>
                  </a:lnSpc>
                </a:pPr>
                <a:r>
                  <a:rPr lang="en-US" sz="1600" dirty="0">
                    <a:latin typeface="Ubuntu" panose="020B0504030602030204" pitchFamily="34" charset="0"/>
                    <a:ea typeface="Funnel Sans" pitchFamily="34" charset="-122"/>
                    <a:cs typeface="Funnel Sans" pitchFamily="34" charset="-120"/>
                  </a:rPr>
                  <a:t>You see trust, not just transactions, understanding the human connection in financial advice.</a:t>
                </a:r>
              </a:p>
            </p:txBody>
          </p:sp>
        </p:grpSp>
      </p:grpSp>
      <p:pic>
        <p:nvPicPr>
          <p:cNvPr id="52" name="Graphic 51" descr="Checkmark with solid fill">
            <a:extLst>
              <a:ext uri="{FF2B5EF4-FFF2-40B4-BE49-F238E27FC236}">
                <a16:creationId xmlns:a16="http://schemas.microsoft.com/office/drawing/2014/main" id="{9EF898B7-9F8D-63C1-A410-E902EB570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256" y="1113731"/>
            <a:ext cx="713988" cy="713988"/>
          </a:xfrm>
          <a:prstGeom prst="rect">
            <a:avLst/>
          </a:prstGeom>
        </p:spPr>
      </p:pic>
      <p:pic>
        <p:nvPicPr>
          <p:cNvPr id="53" name="Graphic 52" descr="Checkmark with solid fill">
            <a:extLst>
              <a:ext uri="{FF2B5EF4-FFF2-40B4-BE49-F238E27FC236}">
                <a16:creationId xmlns:a16="http://schemas.microsoft.com/office/drawing/2014/main" id="{F82B3578-E747-99B9-E447-F2157D20F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232" y="2088819"/>
            <a:ext cx="713988" cy="713988"/>
          </a:xfrm>
          <a:prstGeom prst="rect">
            <a:avLst/>
          </a:prstGeom>
        </p:spPr>
      </p:pic>
      <p:pic>
        <p:nvPicPr>
          <p:cNvPr id="55" name="Graphic 54" descr="Checkmark with solid fill">
            <a:extLst>
              <a:ext uri="{FF2B5EF4-FFF2-40B4-BE49-F238E27FC236}">
                <a16:creationId xmlns:a16="http://schemas.microsoft.com/office/drawing/2014/main" id="{D316D987-3288-F7E3-5421-6EF53DB51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111" y="2994628"/>
            <a:ext cx="713988" cy="713988"/>
          </a:xfrm>
          <a:prstGeom prst="rect">
            <a:avLst/>
          </a:prstGeom>
        </p:spPr>
      </p:pic>
      <p:pic>
        <p:nvPicPr>
          <p:cNvPr id="56" name="Graphic 55" descr="Checkmark with solid fill">
            <a:extLst>
              <a:ext uri="{FF2B5EF4-FFF2-40B4-BE49-F238E27FC236}">
                <a16:creationId xmlns:a16="http://schemas.microsoft.com/office/drawing/2014/main" id="{B9C0BF72-1AEC-F10B-BE19-95B3DD04B0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68" y="3919609"/>
            <a:ext cx="713988" cy="713988"/>
          </a:xfrm>
          <a:prstGeom prst="rect">
            <a:avLst/>
          </a:prstGeom>
        </p:spPr>
      </p:pic>
      <p:pic>
        <p:nvPicPr>
          <p:cNvPr id="57" name="Graphic 56" descr="Checkmark with solid fill">
            <a:extLst>
              <a:ext uri="{FF2B5EF4-FFF2-40B4-BE49-F238E27FC236}">
                <a16:creationId xmlns:a16="http://schemas.microsoft.com/office/drawing/2014/main" id="{E694743D-52AE-42F9-6C9A-829095568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825" y="4844591"/>
            <a:ext cx="713988" cy="71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0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">
            <a:extLst>
              <a:ext uri="{FF2B5EF4-FFF2-40B4-BE49-F238E27FC236}">
                <a16:creationId xmlns:a16="http://schemas.microsoft.com/office/drawing/2014/main" id="{FD744C10-4C8A-E1E7-62AE-B36C6643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07" y="302715"/>
            <a:ext cx="9399971" cy="459017"/>
          </a:xfr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sz="3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Who Are You?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65C5606-03BD-609B-94F5-3811CD94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79" y="493257"/>
            <a:ext cx="571500" cy="13335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41927CC-9B5E-82FE-5541-E087257061C6}"/>
              </a:ext>
            </a:extLst>
          </p:cNvPr>
          <p:cNvGrpSpPr/>
          <p:nvPr/>
        </p:nvGrpSpPr>
        <p:grpSpPr>
          <a:xfrm>
            <a:off x="568246" y="1009979"/>
            <a:ext cx="9053711" cy="677275"/>
            <a:chOff x="211874" y="1086548"/>
            <a:chExt cx="6790283" cy="507956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BAC6FC2-B640-3E27-13C7-A71D62E6D500}"/>
                </a:ext>
              </a:extLst>
            </p:cNvPr>
            <p:cNvSpPr/>
            <p:nvPr/>
          </p:nvSpPr>
          <p:spPr>
            <a:xfrm>
              <a:off x="211874" y="1086548"/>
              <a:ext cx="6790283" cy="50795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19480992-194F-DAB6-B1F2-A1B09069F616}"/>
                </a:ext>
              </a:extLst>
            </p:cNvPr>
            <p:cNvSpPr/>
            <p:nvPr/>
          </p:nvSpPr>
          <p:spPr>
            <a:xfrm>
              <a:off x="352028" y="1229388"/>
              <a:ext cx="6227845" cy="222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28594" indent="-228594">
                <a:lnSpc>
                  <a:spcPts val="2333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Ubuntu" panose="020B0504030602030204" pitchFamily="34" charset="0"/>
                  <a:ea typeface="Funnel Sans" pitchFamily="34" charset="-122"/>
                </a:rPr>
                <a:t>You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  <a:ea typeface="Funnel Sans" pitchFamily="34" charset="-122"/>
                </a:rPr>
                <a:t>empower</a:t>
              </a:r>
              <a:r>
                <a:rPr lang="en-US" sz="1600" dirty="0">
                  <a:latin typeface="Ubuntu" panose="020B0504030602030204" pitchFamily="34" charset="0"/>
                  <a:ea typeface="Funnel Sans" pitchFamily="34" charset="-122"/>
                </a:rPr>
                <a:t> families nationwide with the gift of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  <a:ea typeface="Funnel Sans" pitchFamily="34" charset="-122"/>
                </a:rPr>
                <a:t>financial freedom.</a:t>
              </a:r>
              <a:endParaRPr lang="en-US" sz="1600" b="1" dirty="0">
                <a:solidFill>
                  <a:srgbClr val="FF0000"/>
                </a:solidFill>
                <a:latin typeface="Ubuntu" panose="020B0504030602030204" pitchFamily="34" charset="0"/>
              </a:endParaRPr>
            </a:p>
          </p:txBody>
        </p:sp>
      </p:grpSp>
      <p:sp>
        <p:nvSpPr>
          <p:cNvPr id="4" name="Text 2">
            <a:extLst>
              <a:ext uri="{FF2B5EF4-FFF2-40B4-BE49-F238E27FC236}">
                <a16:creationId xmlns:a16="http://schemas.microsoft.com/office/drawing/2014/main" id="{E533DADF-88E4-9091-7021-62C74AE019B0}"/>
              </a:ext>
            </a:extLst>
          </p:cNvPr>
          <p:cNvSpPr/>
          <p:nvPr/>
        </p:nvSpPr>
        <p:spPr>
          <a:xfrm>
            <a:off x="469372" y="3093586"/>
            <a:ext cx="8303793" cy="296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endParaRPr lang="en-US" sz="1600" dirty="0">
              <a:latin typeface="Ubuntu" panose="020B050403060203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5ADB69-5355-9489-7AB8-4D3B2BBBD669}"/>
              </a:ext>
            </a:extLst>
          </p:cNvPr>
          <p:cNvGrpSpPr/>
          <p:nvPr/>
        </p:nvGrpSpPr>
        <p:grpSpPr>
          <a:xfrm>
            <a:off x="568246" y="5088530"/>
            <a:ext cx="7495545" cy="956892"/>
            <a:chOff x="352027" y="3548997"/>
            <a:chExt cx="5621659" cy="717669"/>
          </a:xfrm>
        </p:grpSpPr>
        <p:sp>
          <p:nvSpPr>
            <p:cNvPr id="9" name="Text 1">
              <a:extLst>
                <a:ext uri="{FF2B5EF4-FFF2-40B4-BE49-F238E27FC236}">
                  <a16:creationId xmlns:a16="http://schemas.microsoft.com/office/drawing/2014/main" id="{2927D135-2E70-CFDE-4607-BDA12FB8C0CF}"/>
                </a:ext>
              </a:extLst>
            </p:cNvPr>
            <p:cNvSpPr/>
            <p:nvPr/>
          </p:nvSpPr>
          <p:spPr>
            <a:xfrm>
              <a:off x="352027" y="3548997"/>
              <a:ext cx="5621659" cy="2899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333"/>
                </a:lnSpc>
              </a:pPr>
              <a:r>
                <a:rPr lang="en-US" sz="2133" b="1" dirty="0">
                  <a:latin typeface="Ubuntu" panose="020B0504030602030204" pitchFamily="34" charset="0"/>
                  <a:ea typeface="Funnel Sans" pitchFamily="34" charset="-122"/>
                  <a:cs typeface="Funnel Sans" pitchFamily="34" charset="-120"/>
                </a:rPr>
                <a:t>You are not just Distributors, You are Disruptors.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6E0B381-CACB-5A3C-638F-B7778CA40E8C}"/>
                </a:ext>
              </a:extLst>
            </p:cNvPr>
            <p:cNvGrpSpPr/>
            <p:nvPr/>
          </p:nvGrpSpPr>
          <p:grpSpPr>
            <a:xfrm>
              <a:off x="352027" y="3847242"/>
              <a:ext cx="2617656" cy="419424"/>
              <a:chOff x="211873" y="3809676"/>
              <a:chExt cx="2617656" cy="419424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4073A00-20E0-FE72-DFEF-EF1502564A3A}"/>
                  </a:ext>
                </a:extLst>
              </p:cNvPr>
              <p:cNvSpPr/>
              <p:nvPr/>
            </p:nvSpPr>
            <p:spPr>
              <a:xfrm>
                <a:off x="211873" y="3809676"/>
                <a:ext cx="2617656" cy="419424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1" name="Text 1">
                <a:extLst>
                  <a:ext uri="{FF2B5EF4-FFF2-40B4-BE49-F238E27FC236}">
                    <a16:creationId xmlns:a16="http://schemas.microsoft.com/office/drawing/2014/main" id="{B06FD473-82D5-7278-6F34-DA476C42B4FE}"/>
                  </a:ext>
                </a:extLst>
              </p:cNvPr>
              <p:cNvSpPr/>
              <p:nvPr/>
            </p:nvSpPr>
            <p:spPr>
              <a:xfrm>
                <a:off x="265847" y="3874420"/>
                <a:ext cx="2563682" cy="28993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ts val="2333"/>
                  </a:lnSpc>
                </a:pPr>
                <a:r>
                  <a:rPr lang="en-US" sz="2133" b="1" dirty="0">
                    <a:solidFill>
                      <a:schemeClr val="bg1"/>
                    </a:solidFill>
                    <a:latin typeface="Ubuntu" panose="020B0504030602030204" pitchFamily="34" charset="0"/>
                    <a:ea typeface="Funnel Sans" pitchFamily="34" charset="-122"/>
                    <a:cs typeface="Funnel Sans" pitchFamily="34" charset="-120"/>
                  </a:rPr>
                  <a:t>“WHO DELIVER DREAMS”</a:t>
                </a:r>
                <a:endParaRPr lang="en-US" sz="2133" b="1" dirty="0">
                  <a:solidFill>
                    <a:schemeClr val="bg1"/>
                  </a:solidFill>
                  <a:latin typeface="Ubuntu" panose="020B0504030602030204" pitchFamily="34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E81A10-4FBF-97A7-48A2-A65F0C5F5E17}"/>
              </a:ext>
            </a:extLst>
          </p:cNvPr>
          <p:cNvGrpSpPr/>
          <p:nvPr/>
        </p:nvGrpSpPr>
        <p:grpSpPr>
          <a:xfrm>
            <a:off x="568246" y="1916988"/>
            <a:ext cx="9053711" cy="677275"/>
            <a:chOff x="211874" y="1723330"/>
            <a:chExt cx="6790283" cy="50795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AA2F3A0-42DE-CA53-3F46-F9A2EDA140F5}"/>
                </a:ext>
              </a:extLst>
            </p:cNvPr>
            <p:cNvSpPr/>
            <p:nvPr/>
          </p:nvSpPr>
          <p:spPr>
            <a:xfrm>
              <a:off x="211874" y="1723330"/>
              <a:ext cx="6790283" cy="50795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" name="Text 1">
              <a:extLst>
                <a:ext uri="{FF2B5EF4-FFF2-40B4-BE49-F238E27FC236}">
                  <a16:creationId xmlns:a16="http://schemas.microsoft.com/office/drawing/2014/main" id="{728200DB-3AA4-BE39-3EA1-C7B9547DE934}"/>
                </a:ext>
              </a:extLst>
            </p:cNvPr>
            <p:cNvSpPr/>
            <p:nvPr/>
          </p:nvSpPr>
          <p:spPr>
            <a:xfrm>
              <a:off x="352028" y="1866170"/>
              <a:ext cx="6227845" cy="222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28594" indent="-228594">
                <a:lnSpc>
                  <a:spcPts val="2333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Ubuntu" panose="020B0504030602030204" pitchFamily="34" charset="0"/>
                </a:rPr>
                <a:t>You lead every conversation with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</a:rPr>
                <a:t>knowledge</a:t>
              </a:r>
              <a:r>
                <a:rPr lang="en-US" sz="1600" dirty="0">
                  <a:latin typeface="Ubuntu" panose="020B0504030602030204" pitchFamily="34" charset="0"/>
                </a:rPr>
                <a:t>, guided by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</a:rPr>
                <a:t>empathy</a:t>
              </a:r>
              <a:r>
                <a:rPr lang="en-US" sz="1600" dirty="0">
                  <a:latin typeface="Ubuntu" panose="020B0504030602030204" pitchFamily="34" charset="0"/>
                </a:rPr>
                <a:t> and anchored in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</a:rPr>
                <a:t>trust.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FA0E24-1D9C-BD3B-D643-6867E712883D}"/>
              </a:ext>
            </a:extLst>
          </p:cNvPr>
          <p:cNvGrpSpPr/>
          <p:nvPr/>
        </p:nvGrpSpPr>
        <p:grpSpPr>
          <a:xfrm>
            <a:off x="568247" y="2860015"/>
            <a:ext cx="9053711" cy="677275"/>
            <a:chOff x="211874" y="2360112"/>
            <a:chExt cx="6790283" cy="50795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E3D01AD-150B-CDB4-20E5-7BAC25F8E8B9}"/>
                </a:ext>
              </a:extLst>
            </p:cNvPr>
            <p:cNvSpPr/>
            <p:nvPr/>
          </p:nvSpPr>
          <p:spPr>
            <a:xfrm>
              <a:off x="211874" y="2360112"/>
              <a:ext cx="6790283" cy="50795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Text 1">
              <a:extLst>
                <a:ext uri="{FF2B5EF4-FFF2-40B4-BE49-F238E27FC236}">
                  <a16:creationId xmlns:a16="http://schemas.microsoft.com/office/drawing/2014/main" id="{EBBCD4D2-B0F4-F674-A231-6F2568B38961}"/>
                </a:ext>
              </a:extLst>
            </p:cNvPr>
            <p:cNvSpPr/>
            <p:nvPr/>
          </p:nvSpPr>
          <p:spPr>
            <a:xfrm>
              <a:off x="352028" y="2502952"/>
              <a:ext cx="6227845" cy="222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28594" indent="-228594">
                <a:lnSpc>
                  <a:spcPts val="2333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Ubuntu" panose="020B0504030602030204" pitchFamily="34" charset="0"/>
                  <a:ea typeface="Funnel Sans" pitchFamily="34" charset="-122"/>
                  <a:cs typeface="Funnel Sans" pitchFamily="34" charset="-120"/>
                </a:rPr>
                <a:t>You turn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  <a:ea typeface="Funnel Sans" pitchFamily="34" charset="-122"/>
                  <a:cs typeface="Funnel Sans" pitchFamily="34" charset="-120"/>
                </a:rPr>
                <a:t>dreams into milestones </a:t>
              </a:r>
              <a:r>
                <a:rPr lang="en-US" sz="1600" dirty="0">
                  <a:latin typeface="Ubuntu" panose="020B0504030602030204" pitchFamily="34" charset="0"/>
                  <a:ea typeface="Funnel Sans" pitchFamily="34" charset="-122"/>
                  <a:cs typeface="Funnel Sans" pitchFamily="34" charset="-120"/>
                </a:rPr>
                <a:t>for countless families.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2E038E-8988-BB68-9000-DFE083131AA0}"/>
              </a:ext>
            </a:extLst>
          </p:cNvPr>
          <p:cNvGrpSpPr/>
          <p:nvPr/>
        </p:nvGrpSpPr>
        <p:grpSpPr>
          <a:xfrm>
            <a:off x="568248" y="3817573"/>
            <a:ext cx="9414659" cy="677275"/>
            <a:chOff x="211873" y="2594201"/>
            <a:chExt cx="7060994" cy="507956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DDE10F16-6759-49D8-B5A1-1FAAD4A46AF5}"/>
                </a:ext>
              </a:extLst>
            </p:cNvPr>
            <p:cNvSpPr/>
            <p:nvPr/>
          </p:nvSpPr>
          <p:spPr>
            <a:xfrm>
              <a:off x="352027" y="2716528"/>
              <a:ext cx="6920840" cy="289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594" indent="-228594">
                <a:lnSpc>
                  <a:spcPts val="2333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Ubuntu" panose="020B0504030602030204" pitchFamily="34" charset="0"/>
                  <a:ea typeface="Funnel Sans" pitchFamily="34" charset="-122"/>
                  <a:cs typeface="Funnel Sans" pitchFamily="34" charset="-120"/>
                </a:rPr>
                <a:t>And at Nippon, </a:t>
              </a:r>
              <a:r>
                <a:rPr lang="en-US" sz="1600" b="1" dirty="0">
                  <a:solidFill>
                    <a:srgbClr val="FF0000"/>
                  </a:solidFill>
                  <a:latin typeface="Ubuntu" panose="020B0504030602030204" pitchFamily="34" charset="0"/>
                  <a:ea typeface="Funnel Sans" pitchFamily="34" charset="-122"/>
                  <a:cs typeface="Funnel Sans" pitchFamily="34" charset="-120"/>
                </a:rPr>
                <a:t>we’re proud to walk that path with you</a:t>
              </a:r>
              <a:r>
                <a:rPr lang="en-US" sz="1600" dirty="0">
                  <a:latin typeface="Ubuntu" panose="020B0504030602030204" pitchFamily="34" charset="0"/>
                  <a:ea typeface="Funnel Sans" pitchFamily="34" charset="-122"/>
                  <a:cs typeface="Funnel Sans" pitchFamily="34" charset="-120"/>
                </a:rPr>
                <a:t>, building a brighter future together.</a:t>
              </a:r>
              <a:endParaRPr lang="en-US" sz="1600" dirty="0">
                <a:latin typeface="Ubuntu" panose="020B050403060203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58A2E08-7809-199D-94D5-0005835C899D}"/>
                </a:ext>
              </a:extLst>
            </p:cNvPr>
            <p:cNvGrpSpPr/>
            <p:nvPr/>
          </p:nvGrpSpPr>
          <p:grpSpPr>
            <a:xfrm>
              <a:off x="211873" y="2594201"/>
              <a:ext cx="6790283" cy="507956"/>
              <a:chOff x="211874" y="2360112"/>
              <a:chExt cx="6790283" cy="507956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1A18795-FE00-F26F-8899-1C3FA61E4B27}"/>
                  </a:ext>
                </a:extLst>
              </p:cNvPr>
              <p:cNvSpPr/>
              <p:nvPr/>
            </p:nvSpPr>
            <p:spPr>
              <a:xfrm>
                <a:off x="211874" y="2360112"/>
                <a:ext cx="6790283" cy="50795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2" name="Text 1">
                <a:extLst>
                  <a:ext uri="{FF2B5EF4-FFF2-40B4-BE49-F238E27FC236}">
                    <a16:creationId xmlns:a16="http://schemas.microsoft.com/office/drawing/2014/main" id="{3A881AA6-535D-5197-66D1-E2EA1F6A9DB7}"/>
                  </a:ext>
                </a:extLst>
              </p:cNvPr>
              <p:cNvSpPr/>
              <p:nvPr/>
            </p:nvSpPr>
            <p:spPr>
              <a:xfrm>
                <a:off x="352028" y="2502952"/>
                <a:ext cx="6227845" cy="2222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228594" indent="-228594">
                  <a:lnSpc>
                    <a:spcPts val="2333"/>
                  </a:lnSpc>
                  <a:buFont typeface="Arial" panose="020B0604020202020204" pitchFamily="34" charset="0"/>
                  <a:buChar char="•"/>
                </a:pPr>
                <a:endParaRPr lang="en-US" sz="1600" dirty="0">
                  <a:latin typeface="Ubuntu" panose="020B0504030602030204" pitchFamily="34" charset="0"/>
                </a:endParaRPr>
              </a:p>
            </p:txBody>
          </p:sp>
        </p:grpSp>
      </p:grp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3940297-A712-8EDC-1E03-19C2E977B1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168" t="13878" r="13845"/>
          <a:stretch/>
        </p:blipFill>
        <p:spPr>
          <a:xfrm>
            <a:off x="9881845" y="3537289"/>
            <a:ext cx="2164448" cy="262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0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8a98e9c-c51c-4d56-b67f-e2ea26fd7e9e}" enabled="1" method="Privileged" siteId="{d3ecd3c8-8226-40dc-970a-45da4868c03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</TotalTime>
  <Words>1786</Words>
  <Application>Microsoft Office PowerPoint</Application>
  <PresentationFormat>Widescreen</PresentationFormat>
  <Paragraphs>335</Paragraphs>
  <Slides>31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Avenir Black</vt:lpstr>
      <vt:lpstr>Calibri</vt:lpstr>
      <vt:lpstr>Inter</vt:lpstr>
      <vt:lpstr>Ubuntu</vt:lpstr>
      <vt:lpstr>VAG Rounded Std Light</vt:lpstr>
      <vt:lpstr>1_Office Theme</vt:lpstr>
      <vt:lpstr>PowerPoint Presentation</vt:lpstr>
      <vt:lpstr>Industry Trends</vt:lpstr>
      <vt:lpstr>Evolution of MF Industry in India – Journey so far</vt:lpstr>
      <vt:lpstr>Expansion of Mutual Fund Folios - Industry</vt:lpstr>
      <vt:lpstr>Evolution of asset mix over last 5 years </vt:lpstr>
      <vt:lpstr>Industry SIP Trends</vt:lpstr>
      <vt:lpstr>PowerPoint Presentation</vt:lpstr>
      <vt:lpstr>Future Projections</vt:lpstr>
      <vt:lpstr>MFD (PFPs) Business Trends</vt:lpstr>
      <vt:lpstr>MFD (PFPs) Industry’s Growth over 2 decades</vt:lpstr>
      <vt:lpstr>MFD (PFPs) - Expansion of Mutual Fund Folios</vt:lpstr>
      <vt:lpstr>MFD (PFPs) - Evolution of asset mix over last 5 years </vt:lpstr>
      <vt:lpstr>PowerPoint Presentation</vt:lpstr>
      <vt:lpstr>Client Database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grow?</vt:lpstr>
      <vt:lpstr>Capture the Opportunities</vt:lpstr>
      <vt:lpstr>What Does the Passion Looks like in our world? (4/4)</vt:lpstr>
      <vt:lpstr>Client Management: Increase Wallet Share – 80/20 Rule</vt:lpstr>
      <vt:lpstr>You Know you are passionate when…</vt:lpstr>
      <vt:lpstr>Who Are You?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Monik Bahubali Jain</cp:lastModifiedBy>
  <cp:revision>4</cp:revision>
  <dcterms:created xsi:type="dcterms:W3CDTF">2026-01-07T08:07:17Z</dcterms:created>
  <dcterms:modified xsi:type="dcterms:W3CDTF">2026-01-13T11:46:50Z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Data Classification: Internal Use Only</vt:lpwstr>
  </property>
</Properties>
</file>